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6" r:id="rId3"/>
    <p:sldId id="260" r:id="rId4"/>
    <p:sldId id="262" r:id="rId5"/>
    <p:sldId id="266" r:id="rId6"/>
    <p:sldId id="267" r:id="rId7"/>
    <p:sldId id="259" r:id="rId8"/>
    <p:sldId id="263" r:id="rId9"/>
    <p:sldId id="269" r:id="rId10"/>
    <p:sldId id="268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EEF"/>
    <a:srgbClr val="D1D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CA1D26-97E7-45DA-8C77-6F27685C3A8B}" type="doc">
      <dgm:prSet loTypeId="urn:microsoft.com/office/officeart/2005/8/layout/hProcess3" loCatId="process" qsTypeId="urn:microsoft.com/office/officeart/2005/8/quickstyle/3d5" qsCatId="3D" csTypeId="urn:microsoft.com/office/officeart/2005/8/colors/accent1_2" csCatId="accent1" phldr="1"/>
      <dgm:spPr/>
    </dgm:pt>
    <dgm:pt modelId="{E5A1F133-37D3-42AD-8F51-36CA47232F70}">
      <dgm:prSet phldrT="[Text]"/>
      <dgm:spPr/>
      <dgm:t>
        <a:bodyPr/>
        <a:lstStyle/>
        <a:p>
          <a:r>
            <a:rPr lang="de-DE" dirty="0" err="1" smtClean="0"/>
            <a:t>Foraging</a:t>
          </a:r>
          <a:endParaRPr lang="de-DE" dirty="0"/>
        </a:p>
      </dgm:t>
    </dgm:pt>
    <dgm:pt modelId="{6A5DFE20-A2D1-4326-BFD3-5938B348E0EA}" type="parTrans" cxnId="{AB33444F-3E4A-406E-9634-D9B0F38E50C0}">
      <dgm:prSet/>
      <dgm:spPr/>
      <dgm:t>
        <a:bodyPr/>
        <a:lstStyle/>
        <a:p>
          <a:endParaRPr lang="de-DE"/>
        </a:p>
      </dgm:t>
    </dgm:pt>
    <dgm:pt modelId="{EB444300-D411-41B5-88BC-978635B2A56A}" type="sibTrans" cxnId="{AB33444F-3E4A-406E-9634-D9B0F38E50C0}">
      <dgm:prSet/>
      <dgm:spPr/>
      <dgm:t>
        <a:bodyPr/>
        <a:lstStyle/>
        <a:p>
          <a:endParaRPr lang="de-DE"/>
        </a:p>
      </dgm:t>
    </dgm:pt>
    <dgm:pt modelId="{0DC1F74A-5002-4B15-BF29-9F9CC7740BEC}">
      <dgm:prSet phldrT="[Text]"/>
      <dgm:spPr/>
      <dgm:t>
        <a:bodyPr/>
        <a:lstStyle/>
        <a:p>
          <a:r>
            <a:rPr lang="de-DE" dirty="0" smtClean="0"/>
            <a:t>Task</a:t>
          </a:r>
          <a:endParaRPr lang="de-DE" dirty="0"/>
        </a:p>
      </dgm:t>
    </dgm:pt>
    <dgm:pt modelId="{0E8A5F94-934F-42B4-B4C8-C1A9536319FB}" type="parTrans" cxnId="{870E2976-D7FF-454D-BD9E-00392864A305}">
      <dgm:prSet/>
      <dgm:spPr/>
      <dgm:t>
        <a:bodyPr/>
        <a:lstStyle/>
        <a:p>
          <a:endParaRPr lang="de-DE"/>
        </a:p>
      </dgm:t>
    </dgm:pt>
    <dgm:pt modelId="{426498D8-B6AB-4047-9F59-06BD7DC2CA5D}" type="sibTrans" cxnId="{870E2976-D7FF-454D-BD9E-00392864A305}">
      <dgm:prSet/>
      <dgm:spPr/>
      <dgm:t>
        <a:bodyPr/>
        <a:lstStyle/>
        <a:p>
          <a:endParaRPr lang="de-DE"/>
        </a:p>
      </dgm:t>
    </dgm:pt>
    <dgm:pt modelId="{ED1EC81B-E9F4-4AE3-A836-D77501F6BCEC}">
      <dgm:prSet phldrT="[Text]"/>
      <dgm:spPr/>
      <dgm:t>
        <a:bodyPr/>
        <a:lstStyle/>
        <a:p>
          <a:r>
            <a:rPr lang="de-DE" dirty="0" smtClean="0"/>
            <a:t>Flow</a:t>
          </a:r>
          <a:endParaRPr lang="de-DE" dirty="0"/>
        </a:p>
      </dgm:t>
    </dgm:pt>
    <dgm:pt modelId="{BD94D14B-EBC6-4787-AD0C-8762011D39A7}" type="parTrans" cxnId="{283E0462-79E6-45A1-9DBC-6AD494114366}">
      <dgm:prSet/>
      <dgm:spPr/>
      <dgm:t>
        <a:bodyPr/>
        <a:lstStyle/>
        <a:p>
          <a:endParaRPr lang="de-DE"/>
        </a:p>
      </dgm:t>
    </dgm:pt>
    <dgm:pt modelId="{525238DA-0F76-421F-852E-257216B64B4B}" type="sibTrans" cxnId="{283E0462-79E6-45A1-9DBC-6AD494114366}">
      <dgm:prSet/>
      <dgm:spPr/>
      <dgm:t>
        <a:bodyPr/>
        <a:lstStyle/>
        <a:p>
          <a:endParaRPr lang="de-DE"/>
        </a:p>
      </dgm:t>
    </dgm:pt>
    <dgm:pt modelId="{AD1DB3BD-691F-4314-8B1C-39775A1E5961}" type="pres">
      <dgm:prSet presAssocID="{DECA1D26-97E7-45DA-8C77-6F27685C3A8B}" presName="Name0" presStyleCnt="0">
        <dgm:presLayoutVars>
          <dgm:dir/>
          <dgm:animLvl val="lvl"/>
          <dgm:resizeHandles val="exact"/>
        </dgm:presLayoutVars>
      </dgm:prSet>
      <dgm:spPr/>
    </dgm:pt>
    <dgm:pt modelId="{3D739AFB-9A86-411F-886D-433693F285CF}" type="pres">
      <dgm:prSet presAssocID="{DECA1D26-97E7-45DA-8C77-6F27685C3A8B}" presName="dummy" presStyleCnt="0"/>
      <dgm:spPr/>
    </dgm:pt>
    <dgm:pt modelId="{0D8CB6CC-B8ED-4761-9A33-E2E2D27FA03B}" type="pres">
      <dgm:prSet presAssocID="{DECA1D26-97E7-45DA-8C77-6F27685C3A8B}" presName="linH" presStyleCnt="0"/>
      <dgm:spPr/>
    </dgm:pt>
    <dgm:pt modelId="{B5A0047A-297B-4430-B218-A54D0A340D88}" type="pres">
      <dgm:prSet presAssocID="{DECA1D26-97E7-45DA-8C77-6F27685C3A8B}" presName="padding1" presStyleCnt="0"/>
      <dgm:spPr/>
    </dgm:pt>
    <dgm:pt modelId="{14BC8E94-8171-41C6-9221-B664186EC329}" type="pres">
      <dgm:prSet presAssocID="{E5A1F133-37D3-42AD-8F51-36CA47232F70}" presName="linV" presStyleCnt="0"/>
      <dgm:spPr/>
    </dgm:pt>
    <dgm:pt modelId="{ABE0A096-A3C3-4DD6-804B-1FCBA62577F5}" type="pres">
      <dgm:prSet presAssocID="{E5A1F133-37D3-42AD-8F51-36CA47232F70}" presName="spVertical1" presStyleCnt="0"/>
      <dgm:spPr/>
    </dgm:pt>
    <dgm:pt modelId="{E1CCE1A7-248A-4410-9F5E-14CDA6756174}" type="pres">
      <dgm:prSet presAssocID="{E5A1F133-37D3-42AD-8F51-36CA47232F70}" presName="parTx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7BB701B-AD0F-4462-9F92-C4D31CA6B25F}" type="pres">
      <dgm:prSet presAssocID="{E5A1F133-37D3-42AD-8F51-36CA47232F70}" presName="spVertical2" presStyleCnt="0"/>
      <dgm:spPr/>
    </dgm:pt>
    <dgm:pt modelId="{A584CAEB-C74D-4A1F-8718-6BC400BD1DCB}" type="pres">
      <dgm:prSet presAssocID="{E5A1F133-37D3-42AD-8F51-36CA47232F70}" presName="spVertical3" presStyleCnt="0"/>
      <dgm:spPr/>
    </dgm:pt>
    <dgm:pt modelId="{3EF30E2C-D227-435E-A22E-2162AD92538B}" type="pres">
      <dgm:prSet presAssocID="{EB444300-D411-41B5-88BC-978635B2A56A}" presName="space" presStyleCnt="0"/>
      <dgm:spPr/>
    </dgm:pt>
    <dgm:pt modelId="{18848B4F-9193-4A52-8549-B45C6D141206}" type="pres">
      <dgm:prSet presAssocID="{0DC1F74A-5002-4B15-BF29-9F9CC7740BEC}" presName="linV" presStyleCnt="0"/>
      <dgm:spPr/>
    </dgm:pt>
    <dgm:pt modelId="{22676605-2BAA-4168-870C-B0419CC2E839}" type="pres">
      <dgm:prSet presAssocID="{0DC1F74A-5002-4B15-BF29-9F9CC7740BEC}" presName="spVertical1" presStyleCnt="0"/>
      <dgm:spPr/>
    </dgm:pt>
    <dgm:pt modelId="{9E4ABEAD-19C8-41CF-9F85-F7505A79BEE1}" type="pres">
      <dgm:prSet presAssocID="{0DC1F74A-5002-4B15-BF29-9F9CC7740BEC}" presName="parTx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39818FA-A983-439D-AF27-8F66B24457E4}" type="pres">
      <dgm:prSet presAssocID="{0DC1F74A-5002-4B15-BF29-9F9CC7740BEC}" presName="spVertical2" presStyleCnt="0"/>
      <dgm:spPr/>
    </dgm:pt>
    <dgm:pt modelId="{EBD086C5-4F0B-48E2-90FE-815A35B88A98}" type="pres">
      <dgm:prSet presAssocID="{0DC1F74A-5002-4B15-BF29-9F9CC7740BEC}" presName="spVertical3" presStyleCnt="0"/>
      <dgm:spPr/>
    </dgm:pt>
    <dgm:pt modelId="{C24B1939-71E4-4C6C-91FC-C7CC856B8F7C}" type="pres">
      <dgm:prSet presAssocID="{426498D8-B6AB-4047-9F59-06BD7DC2CA5D}" presName="space" presStyleCnt="0"/>
      <dgm:spPr/>
    </dgm:pt>
    <dgm:pt modelId="{28D20F93-35BC-4176-8296-4E518CFBCE42}" type="pres">
      <dgm:prSet presAssocID="{ED1EC81B-E9F4-4AE3-A836-D77501F6BCEC}" presName="linV" presStyleCnt="0"/>
      <dgm:spPr/>
    </dgm:pt>
    <dgm:pt modelId="{A3EAFE65-0382-4EE7-916E-4FA9A704105F}" type="pres">
      <dgm:prSet presAssocID="{ED1EC81B-E9F4-4AE3-A836-D77501F6BCEC}" presName="spVertical1" presStyleCnt="0"/>
      <dgm:spPr/>
    </dgm:pt>
    <dgm:pt modelId="{C9D71B66-C0CB-467D-B4C0-7F34DF6587EF}" type="pres">
      <dgm:prSet presAssocID="{ED1EC81B-E9F4-4AE3-A836-D77501F6BCEC}" presName="parTx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3A5C89F-59AA-474F-A765-862D7A458287}" type="pres">
      <dgm:prSet presAssocID="{ED1EC81B-E9F4-4AE3-A836-D77501F6BCEC}" presName="spVertical2" presStyleCnt="0"/>
      <dgm:spPr/>
    </dgm:pt>
    <dgm:pt modelId="{637B1119-9DC7-4BF2-9963-51F9A5C877AD}" type="pres">
      <dgm:prSet presAssocID="{ED1EC81B-E9F4-4AE3-A836-D77501F6BCEC}" presName="spVertical3" presStyleCnt="0"/>
      <dgm:spPr/>
    </dgm:pt>
    <dgm:pt modelId="{5F79743E-BEF6-4C76-A146-C83DF732E055}" type="pres">
      <dgm:prSet presAssocID="{DECA1D26-97E7-45DA-8C77-6F27685C3A8B}" presName="padding2" presStyleCnt="0"/>
      <dgm:spPr/>
    </dgm:pt>
    <dgm:pt modelId="{EA9BCB2E-DD9F-426E-A3BB-C7A6757BDD17}" type="pres">
      <dgm:prSet presAssocID="{DECA1D26-97E7-45DA-8C77-6F27685C3A8B}" presName="negArrow" presStyleCnt="0"/>
      <dgm:spPr/>
    </dgm:pt>
    <dgm:pt modelId="{00CF7AD2-5453-4F78-9E54-24D36E9842C1}" type="pres">
      <dgm:prSet presAssocID="{DECA1D26-97E7-45DA-8C77-6F27685C3A8B}" presName="backgroundArrow" presStyleLbl="node1" presStyleIdx="0" presStyleCnt="1" custLinFactNeighborX="-498" custLinFactNeighborY="-6"/>
      <dgm:spPr/>
    </dgm:pt>
  </dgm:ptLst>
  <dgm:cxnLst>
    <dgm:cxn modelId="{24A52CBF-3208-4FC7-BBE7-4625135972AB}" type="presOf" srcId="{E5A1F133-37D3-42AD-8F51-36CA47232F70}" destId="{E1CCE1A7-248A-4410-9F5E-14CDA6756174}" srcOrd="0" destOrd="0" presId="urn:microsoft.com/office/officeart/2005/8/layout/hProcess3"/>
    <dgm:cxn modelId="{5DFF0020-E12D-4E3A-8107-01FC01EA76F5}" type="presOf" srcId="{0DC1F74A-5002-4B15-BF29-9F9CC7740BEC}" destId="{9E4ABEAD-19C8-41CF-9F85-F7505A79BEE1}" srcOrd="0" destOrd="0" presId="urn:microsoft.com/office/officeart/2005/8/layout/hProcess3"/>
    <dgm:cxn modelId="{220C89CB-77C8-42FB-90B7-9891C04A7CC5}" type="presOf" srcId="{DECA1D26-97E7-45DA-8C77-6F27685C3A8B}" destId="{AD1DB3BD-691F-4314-8B1C-39775A1E5961}" srcOrd="0" destOrd="0" presId="urn:microsoft.com/office/officeart/2005/8/layout/hProcess3"/>
    <dgm:cxn modelId="{0AF4C0D3-DB27-4A34-929B-4E18D516222F}" type="presOf" srcId="{ED1EC81B-E9F4-4AE3-A836-D77501F6BCEC}" destId="{C9D71B66-C0CB-467D-B4C0-7F34DF6587EF}" srcOrd="0" destOrd="0" presId="urn:microsoft.com/office/officeart/2005/8/layout/hProcess3"/>
    <dgm:cxn modelId="{283E0462-79E6-45A1-9DBC-6AD494114366}" srcId="{DECA1D26-97E7-45DA-8C77-6F27685C3A8B}" destId="{ED1EC81B-E9F4-4AE3-A836-D77501F6BCEC}" srcOrd="2" destOrd="0" parTransId="{BD94D14B-EBC6-4787-AD0C-8762011D39A7}" sibTransId="{525238DA-0F76-421F-852E-257216B64B4B}"/>
    <dgm:cxn modelId="{870E2976-D7FF-454D-BD9E-00392864A305}" srcId="{DECA1D26-97E7-45DA-8C77-6F27685C3A8B}" destId="{0DC1F74A-5002-4B15-BF29-9F9CC7740BEC}" srcOrd="1" destOrd="0" parTransId="{0E8A5F94-934F-42B4-B4C8-C1A9536319FB}" sibTransId="{426498D8-B6AB-4047-9F59-06BD7DC2CA5D}"/>
    <dgm:cxn modelId="{AB33444F-3E4A-406E-9634-D9B0F38E50C0}" srcId="{DECA1D26-97E7-45DA-8C77-6F27685C3A8B}" destId="{E5A1F133-37D3-42AD-8F51-36CA47232F70}" srcOrd="0" destOrd="0" parTransId="{6A5DFE20-A2D1-4326-BFD3-5938B348E0EA}" sibTransId="{EB444300-D411-41B5-88BC-978635B2A56A}"/>
    <dgm:cxn modelId="{C7456250-274E-4511-91FC-C6201547AD46}" type="presParOf" srcId="{AD1DB3BD-691F-4314-8B1C-39775A1E5961}" destId="{3D739AFB-9A86-411F-886D-433693F285CF}" srcOrd="0" destOrd="0" presId="urn:microsoft.com/office/officeart/2005/8/layout/hProcess3"/>
    <dgm:cxn modelId="{3676C8CE-3C63-48A9-A2A1-BA0EBC90BAF9}" type="presParOf" srcId="{AD1DB3BD-691F-4314-8B1C-39775A1E5961}" destId="{0D8CB6CC-B8ED-4761-9A33-E2E2D27FA03B}" srcOrd="1" destOrd="0" presId="urn:microsoft.com/office/officeart/2005/8/layout/hProcess3"/>
    <dgm:cxn modelId="{2DF1039E-B059-4B5E-93DC-8C9C0B7181F4}" type="presParOf" srcId="{0D8CB6CC-B8ED-4761-9A33-E2E2D27FA03B}" destId="{B5A0047A-297B-4430-B218-A54D0A340D88}" srcOrd="0" destOrd="0" presId="urn:microsoft.com/office/officeart/2005/8/layout/hProcess3"/>
    <dgm:cxn modelId="{67E93995-DF2A-4B03-A689-2A2FCC49079F}" type="presParOf" srcId="{0D8CB6CC-B8ED-4761-9A33-E2E2D27FA03B}" destId="{14BC8E94-8171-41C6-9221-B664186EC329}" srcOrd="1" destOrd="0" presId="urn:microsoft.com/office/officeart/2005/8/layout/hProcess3"/>
    <dgm:cxn modelId="{CD7610FA-4613-439A-A4F2-4D3BBD5664A6}" type="presParOf" srcId="{14BC8E94-8171-41C6-9221-B664186EC329}" destId="{ABE0A096-A3C3-4DD6-804B-1FCBA62577F5}" srcOrd="0" destOrd="0" presId="urn:microsoft.com/office/officeart/2005/8/layout/hProcess3"/>
    <dgm:cxn modelId="{73B1E6E8-1DF3-4392-8467-4C1BDEB2E9F6}" type="presParOf" srcId="{14BC8E94-8171-41C6-9221-B664186EC329}" destId="{E1CCE1A7-248A-4410-9F5E-14CDA6756174}" srcOrd="1" destOrd="0" presId="urn:microsoft.com/office/officeart/2005/8/layout/hProcess3"/>
    <dgm:cxn modelId="{F8063D1F-3726-410E-B11F-6BB923E10B43}" type="presParOf" srcId="{14BC8E94-8171-41C6-9221-B664186EC329}" destId="{27BB701B-AD0F-4462-9F92-C4D31CA6B25F}" srcOrd="2" destOrd="0" presId="urn:microsoft.com/office/officeart/2005/8/layout/hProcess3"/>
    <dgm:cxn modelId="{0123CC67-3A1A-4ED1-83E1-83E08409ADD4}" type="presParOf" srcId="{14BC8E94-8171-41C6-9221-B664186EC329}" destId="{A584CAEB-C74D-4A1F-8718-6BC400BD1DCB}" srcOrd="3" destOrd="0" presId="urn:microsoft.com/office/officeart/2005/8/layout/hProcess3"/>
    <dgm:cxn modelId="{78A9CE10-0955-4DAF-AC7A-AA4981F16A07}" type="presParOf" srcId="{0D8CB6CC-B8ED-4761-9A33-E2E2D27FA03B}" destId="{3EF30E2C-D227-435E-A22E-2162AD92538B}" srcOrd="2" destOrd="0" presId="urn:microsoft.com/office/officeart/2005/8/layout/hProcess3"/>
    <dgm:cxn modelId="{E0CF959A-235E-440D-A759-C3AE06E45360}" type="presParOf" srcId="{0D8CB6CC-B8ED-4761-9A33-E2E2D27FA03B}" destId="{18848B4F-9193-4A52-8549-B45C6D141206}" srcOrd="3" destOrd="0" presId="urn:microsoft.com/office/officeart/2005/8/layout/hProcess3"/>
    <dgm:cxn modelId="{A9447638-7982-4736-A023-081A348B199E}" type="presParOf" srcId="{18848B4F-9193-4A52-8549-B45C6D141206}" destId="{22676605-2BAA-4168-870C-B0419CC2E839}" srcOrd="0" destOrd="0" presId="urn:microsoft.com/office/officeart/2005/8/layout/hProcess3"/>
    <dgm:cxn modelId="{637FEBAF-5F9C-472B-83AF-E3AF2358774F}" type="presParOf" srcId="{18848B4F-9193-4A52-8549-B45C6D141206}" destId="{9E4ABEAD-19C8-41CF-9F85-F7505A79BEE1}" srcOrd="1" destOrd="0" presId="urn:microsoft.com/office/officeart/2005/8/layout/hProcess3"/>
    <dgm:cxn modelId="{20F5F242-5BFF-459C-A98B-8B79AE02FF32}" type="presParOf" srcId="{18848B4F-9193-4A52-8549-B45C6D141206}" destId="{D39818FA-A983-439D-AF27-8F66B24457E4}" srcOrd="2" destOrd="0" presId="urn:microsoft.com/office/officeart/2005/8/layout/hProcess3"/>
    <dgm:cxn modelId="{47273A65-112A-4AE9-A1BC-96AF4CFFA505}" type="presParOf" srcId="{18848B4F-9193-4A52-8549-B45C6D141206}" destId="{EBD086C5-4F0B-48E2-90FE-815A35B88A98}" srcOrd="3" destOrd="0" presId="urn:microsoft.com/office/officeart/2005/8/layout/hProcess3"/>
    <dgm:cxn modelId="{0EEC7C71-F9A9-41D7-829D-6A9E98584CCE}" type="presParOf" srcId="{0D8CB6CC-B8ED-4761-9A33-E2E2D27FA03B}" destId="{C24B1939-71E4-4C6C-91FC-C7CC856B8F7C}" srcOrd="4" destOrd="0" presId="urn:microsoft.com/office/officeart/2005/8/layout/hProcess3"/>
    <dgm:cxn modelId="{D5A0C1F5-C087-459F-AFBF-7F412BA4E38C}" type="presParOf" srcId="{0D8CB6CC-B8ED-4761-9A33-E2E2D27FA03B}" destId="{28D20F93-35BC-4176-8296-4E518CFBCE42}" srcOrd="5" destOrd="0" presId="urn:microsoft.com/office/officeart/2005/8/layout/hProcess3"/>
    <dgm:cxn modelId="{B9C4D9B5-4FE0-40FF-945C-6843B7E7BF6C}" type="presParOf" srcId="{28D20F93-35BC-4176-8296-4E518CFBCE42}" destId="{A3EAFE65-0382-4EE7-916E-4FA9A704105F}" srcOrd="0" destOrd="0" presId="urn:microsoft.com/office/officeart/2005/8/layout/hProcess3"/>
    <dgm:cxn modelId="{51A14044-96A9-4841-AB94-82A243B0E6C9}" type="presParOf" srcId="{28D20F93-35BC-4176-8296-4E518CFBCE42}" destId="{C9D71B66-C0CB-467D-B4C0-7F34DF6587EF}" srcOrd="1" destOrd="0" presId="urn:microsoft.com/office/officeart/2005/8/layout/hProcess3"/>
    <dgm:cxn modelId="{43A66775-92E5-4535-BB9A-DA7DDFBDE3D7}" type="presParOf" srcId="{28D20F93-35BC-4176-8296-4E518CFBCE42}" destId="{83A5C89F-59AA-474F-A765-862D7A458287}" srcOrd="2" destOrd="0" presId="urn:microsoft.com/office/officeart/2005/8/layout/hProcess3"/>
    <dgm:cxn modelId="{B7CEDBBB-28F0-49DA-A1E8-8E5AE8F60A0E}" type="presParOf" srcId="{28D20F93-35BC-4176-8296-4E518CFBCE42}" destId="{637B1119-9DC7-4BF2-9963-51F9A5C877AD}" srcOrd="3" destOrd="0" presId="urn:microsoft.com/office/officeart/2005/8/layout/hProcess3"/>
    <dgm:cxn modelId="{F9725CDF-8CA8-4624-9CB0-ED14EE55521A}" type="presParOf" srcId="{0D8CB6CC-B8ED-4761-9A33-E2E2D27FA03B}" destId="{5F79743E-BEF6-4C76-A146-C83DF732E055}" srcOrd="6" destOrd="0" presId="urn:microsoft.com/office/officeart/2005/8/layout/hProcess3"/>
    <dgm:cxn modelId="{D4F64FD7-1675-4606-9A4F-904FBE3CF114}" type="presParOf" srcId="{0D8CB6CC-B8ED-4761-9A33-E2E2D27FA03B}" destId="{EA9BCB2E-DD9F-426E-A3BB-C7A6757BDD17}" srcOrd="7" destOrd="0" presId="urn:microsoft.com/office/officeart/2005/8/layout/hProcess3"/>
    <dgm:cxn modelId="{EF4D9080-DD12-4117-B38F-B54EE2EB9DEF}" type="presParOf" srcId="{0D8CB6CC-B8ED-4761-9A33-E2E2D27FA03B}" destId="{00CF7AD2-5453-4F78-9E54-24D36E9842C1}" srcOrd="8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407161-BAF4-4790-8200-AE789B3BA3D5}" type="doc">
      <dgm:prSet loTypeId="urn:microsoft.com/office/officeart/2005/8/layout/hProcess9" loCatId="process" qsTypeId="urn:microsoft.com/office/officeart/2005/8/quickstyle/3d5" qsCatId="3D" csTypeId="urn:microsoft.com/office/officeart/2005/8/colors/accent1_2" csCatId="accent1" phldr="1"/>
      <dgm:spPr/>
    </dgm:pt>
    <dgm:pt modelId="{004296AE-1891-45EB-9900-71685005C9F2}">
      <dgm:prSet phldrT="[Text]" custT="1"/>
      <dgm:spPr/>
      <dgm:t>
        <a:bodyPr/>
        <a:lstStyle/>
        <a:p>
          <a:r>
            <a:rPr lang="de-DE" sz="3200" dirty="0" smtClean="0">
              <a:solidFill>
                <a:schemeClr val="bg1"/>
              </a:solidFill>
            </a:rPr>
            <a:t>Poor, 8min</a:t>
          </a:r>
        </a:p>
      </dgm:t>
    </dgm:pt>
    <dgm:pt modelId="{CFFDCCBB-E4C5-4057-BC14-6E1B2EF2FFFF}" type="parTrans" cxnId="{6CC78D6C-4555-4805-B618-8E843E6953A4}">
      <dgm:prSet/>
      <dgm:spPr/>
      <dgm:t>
        <a:bodyPr/>
        <a:lstStyle/>
        <a:p>
          <a:endParaRPr lang="de-DE"/>
        </a:p>
      </dgm:t>
    </dgm:pt>
    <dgm:pt modelId="{31BD116E-EA40-4F5C-A86F-35395192D19C}" type="sibTrans" cxnId="{6CC78D6C-4555-4805-B618-8E843E6953A4}">
      <dgm:prSet/>
      <dgm:spPr/>
      <dgm:t>
        <a:bodyPr/>
        <a:lstStyle/>
        <a:p>
          <a:endParaRPr lang="de-DE"/>
        </a:p>
      </dgm:t>
    </dgm:pt>
    <dgm:pt modelId="{EB381E57-53B1-4941-938A-235B692099F7}">
      <dgm:prSet phldrT="[Text]" custT="1"/>
      <dgm:spPr/>
      <dgm:t>
        <a:bodyPr/>
        <a:lstStyle/>
        <a:p>
          <a:r>
            <a:rPr lang="de-DE" sz="3200" dirty="0" smtClean="0"/>
            <a:t>Rich, 8min</a:t>
          </a:r>
          <a:endParaRPr lang="de-DE" sz="3200" dirty="0"/>
        </a:p>
      </dgm:t>
    </dgm:pt>
    <dgm:pt modelId="{AB5BC483-CC43-49A5-80E3-01A709B362FA}" type="parTrans" cxnId="{05D8CA03-E5AC-40B3-A14E-D76C7FBCF2DD}">
      <dgm:prSet/>
      <dgm:spPr/>
      <dgm:t>
        <a:bodyPr/>
        <a:lstStyle/>
        <a:p>
          <a:endParaRPr lang="de-DE"/>
        </a:p>
      </dgm:t>
    </dgm:pt>
    <dgm:pt modelId="{DB34A133-4C57-4ABA-85EA-A26F47E11A6C}" type="sibTrans" cxnId="{05D8CA03-E5AC-40B3-A14E-D76C7FBCF2DD}">
      <dgm:prSet/>
      <dgm:spPr/>
      <dgm:t>
        <a:bodyPr/>
        <a:lstStyle/>
        <a:p>
          <a:endParaRPr lang="de-DE"/>
        </a:p>
      </dgm:t>
    </dgm:pt>
    <dgm:pt modelId="{5549A40F-7154-4804-836F-F48C0D8D83B8}">
      <dgm:prSet phldrT="[Text]" custT="1"/>
      <dgm:spPr/>
      <dgm:t>
        <a:bodyPr/>
        <a:lstStyle/>
        <a:p>
          <a:r>
            <a:rPr lang="de-DE" sz="3200" dirty="0" smtClean="0"/>
            <a:t>Poor, 8min</a:t>
          </a:r>
          <a:endParaRPr lang="de-DE" sz="3200" dirty="0"/>
        </a:p>
      </dgm:t>
    </dgm:pt>
    <dgm:pt modelId="{12588BCC-8B0A-422E-BE57-85BF4DC330AC}" type="parTrans" cxnId="{E11CD33A-F719-4E17-AF94-D32D178E9774}">
      <dgm:prSet/>
      <dgm:spPr/>
      <dgm:t>
        <a:bodyPr/>
        <a:lstStyle/>
        <a:p>
          <a:endParaRPr lang="de-DE"/>
        </a:p>
      </dgm:t>
    </dgm:pt>
    <dgm:pt modelId="{5F3CD53B-D155-49C1-BA08-3EDA0A206B54}" type="sibTrans" cxnId="{E11CD33A-F719-4E17-AF94-D32D178E9774}">
      <dgm:prSet/>
      <dgm:spPr/>
      <dgm:t>
        <a:bodyPr/>
        <a:lstStyle/>
        <a:p>
          <a:endParaRPr lang="de-DE"/>
        </a:p>
      </dgm:t>
    </dgm:pt>
    <dgm:pt modelId="{9A4C5FA7-1636-4C3B-9162-119ECA936BD8}" type="pres">
      <dgm:prSet presAssocID="{76407161-BAF4-4790-8200-AE789B3BA3D5}" presName="CompostProcess" presStyleCnt="0">
        <dgm:presLayoutVars>
          <dgm:dir/>
          <dgm:resizeHandles val="exact"/>
        </dgm:presLayoutVars>
      </dgm:prSet>
      <dgm:spPr/>
    </dgm:pt>
    <dgm:pt modelId="{407C4F97-52CB-4B34-AA26-6B06C5E2C8BE}" type="pres">
      <dgm:prSet presAssocID="{76407161-BAF4-4790-8200-AE789B3BA3D5}" presName="arrow" presStyleLbl="bgShp" presStyleIdx="0" presStyleCnt="1"/>
      <dgm:spPr/>
    </dgm:pt>
    <dgm:pt modelId="{93522CDE-2772-4C31-8273-8986BDB6195C}" type="pres">
      <dgm:prSet presAssocID="{76407161-BAF4-4790-8200-AE789B3BA3D5}" presName="linearProcess" presStyleCnt="0"/>
      <dgm:spPr/>
    </dgm:pt>
    <dgm:pt modelId="{06A5BBE5-B577-4BF9-BAA8-9E45AC85F97C}" type="pres">
      <dgm:prSet presAssocID="{004296AE-1891-45EB-9900-71685005C9F2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B1D0614-A01F-4081-BEBB-F297483334E8}" type="pres">
      <dgm:prSet presAssocID="{31BD116E-EA40-4F5C-A86F-35395192D19C}" presName="sibTrans" presStyleCnt="0"/>
      <dgm:spPr/>
    </dgm:pt>
    <dgm:pt modelId="{6F7EBCC5-1484-4157-9BBF-553253B19912}" type="pres">
      <dgm:prSet presAssocID="{EB381E57-53B1-4941-938A-235B692099F7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F5BC57A-A9E1-4BC7-AF9F-10BC43BC9EC2}" type="pres">
      <dgm:prSet presAssocID="{DB34A133-4C57-4ABA-85EA-A26F47E11A6C}" presName="sibTrans" presStyleCnt="0"/>
      <dgm:spPr/>
    </dgm:pt>
    <dgm:pt modelId="{08ACE74F-C2C8-4A46-A0A4-6EA34B916179}" type="pres">
      <dgm:prSet presAssocID="{5549A40F-7154-4804-836F-F48C0D8D83B8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3A5ACD5-4B99-4FCE-97FA-EC1C16F0F1C9}" type="presOf" srcId="{5549A40F-7154-4804-836F-F48C0D8D83B8}" destId="{08ACE74F-C2C8-4A46-A0A4-6EA34B916179}" srcOrd="0" destOrd="0" presId="urn:microsoft.com/office/officeart/2005/8/layout/hProcess9"/>
    <dgm:cxn modelId="{6CC78D6C-4555-4805-B618-8E843E6953A4}" srcId="{76407161-BAF4-4790-8200-AE789B3BA3D5}" destId="{004296AE-1891-45EB-9900-71685005C9F2}" srcOrd="0" destOrd="0" parTransId="{CFFDCCBB-E4C5-4057-BC14-6E1B2EF2FFFF}" sibTransId="{31BD116E-EA40-4F5C-A86F-35395192D19C}"/>
    <dgm:cxn modelId="{F8F2B951-84D8-49D0-A5CE-3DFD9F2CE220}" type="presOf" srcId="{76407161-BAF4-4790-8200-AE789B3BA3D5}" destId="{9A4C5FA7-1636-4C3B-9162-119ECA936BD8}" srcOrd="0" destOrd="0" presId="urn:microsoft.com/office/officeart/2005/8/layout/hProcess9"/>
    <dgm:cxn modelId="{CE12C476-137A-47DE-9500-A5D8FBC84B8A}" type="presOf" srcId="{004296AE-1891-45EB-9900-71685005C9F2}" destId="{06A5BBE5-B577-4BF9-BAA8-9E45AC85F97C}" srcOrd="0" destOrd="0" presId="urn:microsoft.com/office/officeart/2005/8/layout/hProcess9"/>
    <dgm:cxn modelId="{4536EE34-2494-4D1A-BCC0-7EA9A436A5D2}" type="presOf" srcId="{EB381E57-53B1-4941-938A-235B692099F7}" destId="{6F7EBCC5-1484-4157-9BBF-553253B19912}" srcOrd="0" destOrd="0" presId="urn:microsoft.com/office/officeart/2005/8/layout/hProcess9"/>
    <dgm:cxn modelId="{E11CD33A-F719-4E17-AF94-D32D178E9774}" srcId="{76407161-BAF4-4790-8200-AE789B3BA3D5}" destId="{5549A40F-7154-4804-836F-F48C0D8D83B8}" srcOrd="2" destOrd="0" parTransId="{12588BCC-8B0A-422E-BE57-85BF4DC330AC}" sibTransId="{5F3CD53B-D155-49C1-BA08-3EDA0A206B54}"/>
    <dgm:cxn modelId="{05D8CA03-E5AC-40B3-A14E-D76C7FBCF2DD}" srcId="{76407161-BAF4-4790-8200-AE789B3BA3D5}" destId="{EB381E57-53B1-4941-938A-235B692099F7}" srcOrd="1" destOrd="0" parTransId="{AB5BC483-CC43-49A5-80E3-01A709B362FA}" sibTransId="{DB34A133-4C57-4ABA-85EA-A26F47E11A6C}"/>
    <dgm:cxn modelId="{2E79BB54-F67C-4162-BB98-A634157ADFCF}" type="presParOf" srcId="{9A4C5FA7-1636-4C3B-9162-119ECA936BD8}" destId="{407C4F97-52CB-4B34-AA26-6B06C5E2C8BE}" srcOrd="0" destOrd="0" presId="urn:microsoft.com/office/officeart/2005/8/layout/hProcess9"/>
    <dgm:cxn modelId="{F66797F7-8BF1-41D5-B231-CF9A623FC14B}" type="presParOf" srcId="{9A4C5FA7-1636-4C3B-9162-119ECA936BD8}" destId="{93522CDE-2772-4C31-8273-8986BDB6195C}" srcOrd="1" destOrd="0" presId="urn:microsoft.com/office/officeart/2005/8/layout/hProcess9"/>
    <dgm:cxn modelId="{A8B9D759-4AFA-4E9C-9044-68F1FC584BBF}" type="presParOf" srcId="{93522CDE-2772-4C31-8273-8986BDB6195C}" destId="{06A5BBE5-B577-4BF9-BAA8-9E45AC85F97C}" srcOrd="0" destOrd="0" presId="urn:microsoft.com/office/officeart/2005/8/layout/hProcess9"/>
    <dgm:cxn modelId="{9716ACCC-1344-4063-A4FB-07A4106F8DCB}" type="presParOf" srcId="{93522CDE-2772-4C31-8273-8986BDB6195C}" destId="{DB1D0614-A01F-4081-BEBB-F297483334E8}" srcOrd="1" destOrd="0" presId="urn:microsoft.com/office/officeart/2005/8/layout/hProcess9"/>
    <dgm:cxn modelId="{38F370C3-A380-450E-98B9-28A80C74988C}" type="presParOf" srcId="{93522CDE-2772-4C31-8273-8986BDB6195C}" destId="{6F7EBCC5-1484-4157-9BBF-553253B19912}" srcOrd="2" destOrd="0" presId="urn:microsoft.com/office/officeart/2005/8/layout/hProcess9"/>
    <dgm:cxn modelId="{CCE00DDF-E22A-4FE8-AFF7-E6ABABA936F1}" type="presParOf" srcId="{93522CDE-2772-4C31-8273-8986BDB6195C}" destId="{AF5BC57A-A9E1-4BC7-AF9F-10BC43BC9EC2}" srcOrd="3" destOrd="0" presId="urn:microsoft.com/office/officeart/2005/8/layout/hProcess9"/>
    <dgm:cxn modelId="{8710C5CE-B31E-44C8-B52E-75F3CA89F148}" type="presParOf" srcId="{93522CDE-2772-4C31-8273-8986BDB6195C}" destId="{08ACE74F-C2C8-4A46-A0A4-6EA34B916179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D5FCD3-5FA4-4603-8F5C-8F00F41E29DF}" type="doc">
      <dgm:prSet loTypeId="urn:microsoft.com/office/officeart/2005/8/layout/hProcess3" loCatId="process" qsTypeId="urn:microsoft.com/office/officeart/2005/8/quickstyle/3d5" qsCatId="3D" csTypeId="urn:microsoft.com/office/officeart/2005/8/colors/accent1_5" csCatId="accent1" phldr="1"/>
      <dgm:spPr/>
    </dgm:pt>
    <dgm:pt modelId="{2B950AB7-1E82-46BA-BA73-97030F615571}">
      <dgm:prSet phldrT="[Text]"/>
      <dgm:spPr/>
      <dgm:t>
        <a:bodyPr/>
        <a:lstStyle/>
        <a:p>
          <a:r>
            <a:rPr lang="de-DE" dirty="0" err="1" smtClean="0">
              <a:solidFill>
                <a:schemeClr val="bg1"/>
              </a:solidFill>
            </a:rPr>
            <a:t>Instructions</a:t>
          </a:r>
          <a:r>
            <a:rPr lang="de-DE" dirty="0" smtClean="0">
              <a:solidFill>
                <a:schemeClr val="bg1"/>
              </a:solidFill>
            </a:rPr>
            <a:t> &amp; Training</a:t>
          </a:r>
          <a:endParaRPr lang="de-DE" dirty="0">
            <a:solidFill>
              <a:schemeClr val="bg1"/>
            </a:solidFill>
          </a:endParaRPr>
        </a:p>
      </dgm:t>
    </dgm:pt>
    <dgm:pt modelId="{95D949F0-FD46-4953-BC4D-C122F4D4B410}" type="parTrans" cxnId="{2707A81E-93B9-4B1B-8906-2BD954B98E7A}">
      <dgm:prSet/>
      <dgm:spPr/>
      <dgm:t>
        <a:bodyPr/>
        <a:lstStyle/>
        <a:p>
          <a:endParaRPr lang="de-DE"/>
        </a:p>
      </dgm:t>
    </dgm:pt>
    <dgm:pt modelId="{C35A465F-554E-4CB0-958C-FC25AB038A7C}" type="sibTrans" cxnId="{2707A81E-93B9-4B1B-8906-2BD954B98E7A}">
      <dgm:prSet/>
      <dgm:spPr/>
      <dgm:t>
        <a:bodyPr/>
        <a:lstStyle/>
        <a:p>
          <a:endParaRPr lang="de-DE"/>
        </a:p>
      </dgm:t>
    </dgm:pt>
    <dgm:pt modelId="{8C1BD4DB-040A-494B-AFB8-5787D706F048}" type="pres">
      <dgm:prSet presAssocID="{28D5FCD3-5FA4-4603-8F5C-8F00F41E29DF}" presName="Name0" presStyleCnt="0">
        <dgm:presLayoutVars>
          <dgm:dir/>
          <dgm:animLvl val="lvl"/>
          <dgm:resizeHandles val="exact"/>
        </dgm:presLayoutVars>
      </dgm:prSet>
      <dgm:spPr/>
    </dgm:pt>
    <dgm:pt modelId="{E234EED2-724D-48A9-B098-A02B67DE064B}" type="pres">
      <dgm:prSet presAssocID="{28D5FCD3-5FA4-4603-8F5C-8F00F41E29DF}" presName="dummy" presStyleCnt="0"/>
      <dgm:spPr/>
    </dgm:pt>
    <dgm:pt modelId="{5301F673-067B-4559-BF5E-0E85AC4CF29A}" type="pres">
      <dgm:prSet presAssocID="{28D5FCD3-5FA4-4603-8F5C-8F00F41E29DF}" presName="linH" presStyleCnt="0"/>
      <dgm:spPr/>
    </dgm:pt>
    <dgm:pt modelId="{3259D5A0-865D-47D9-8156-E1E3CC56F9C4}" type="pres">
      <dgm:prSet presAssocID="{28D5FCD3-5FA4-4603-8F5C-8F00F41E29DF}" presName="padding1" presStyleCnt="0"/>
      <dgm:spPr/>
    </dgm:pt>
    <dgm:pt modelId="{BAB3717C-1533-4011-BB9D-140AD300D90E}" type="pres">
      <dgm:prSet presAssocID="{2B950AB7-1E82-46BA-BA73-97030F615571}" presName="linV" presStyleCnt="0"/>
      <dgm:spPr/>
    </dgm:pt>
    <dgm:pt modelId="{C71C7F3B-2444-454F-BAF9-4F093D19CF55}" type="pres">
      <dgm:prSet presAssocID="{2B950AB7-1E82-46BA-BA73-97030F615571}" presName="spVertical1" presStyleCnt="0"/>
      <dgm:spPr/>
    </dgm:pt>
    <dgm:pt modelId="{62697FAF-F602-4EA5-8A68-28D2187B4875}" type="pres">
      <dgm:prSet presAssocID="{2B950AB7-1E82-46BA-BA73-97030F615571}" presName="parTx" presStyleLbl="revTx" presStyleIdx="0" presStyleCnt="1" custLinFactNeighborX="-70320" custLinFactNeighborY="-1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8A52F99-BE5D-41B9-8557-87BF1C634760}" type="pres">
      <dgm:prSet presAssocID="{2B950AB7-1E82-46BA-BA73-97030F615571}" presName="spVertical2" presStyleCnt="0"/>
      <dgm:spPr/>
    </dgm:pt>
    <dgm:pt modelId="{4A41CC66-35D1-4C07-BDCB-0F1CD1FDAF5D}" type="pres">
      <dgm:prSet presAssocID="{2B950AB7-1E82-46BA-BA73-97030F615571}" presName="spVertical3" presStyleCnt="0"/>
      <dgm:spPr/>
    </dgm:pt>
    <dgm:pt modelId="{975AB88E-57E7-44FE-8D95-C13F45A78750}" type="pres">
      <dgm:prSet presAssocID="{28D5FCD3-5FA4-4603-8F5C-8F00F41E29DF}" presName="padding2" presStyleCnt="0"/>
      <dgm:spPr/>
    </dgm:pt>
    <dgm:pt modelId="{78F6F5D6-50A7-4293-87EA-5C99982F98DD}" type="pres">
      <dgm:prSet presAssocID="{28D5FCD3-5FA4-4603-8F5C-8F00F41E29DF}" presName="negArrow" presStyleCnt="0"/>
      <dgm:spPr/>
    </dgm:pt>
    <dgm:pt modelId="{7A0B531B-79E2-4629-8879-F74C88B0B9B8}" type="pres">
      <dgm:prSet presAssocID="{28D5FCD3-5FA4-4603-8F5C-8F00F41E29DF}" presName="backgroundArrow" presStyleLbl="node1" presStyleIdx="0" presStyleCnt="1" custLinFactNeighborX="35135" custLinFactNeighborY="74987"/>
      <dgm:spPr/>
      <dgm:t>
        <a:bodyPr/>
        <a:lstStyle/>
        <a:p>
          <a:endParaRPr lang="de-DE"/>
        </a:p>
      </dgm:t>
    </dgm:pt>
  </dgm:ptLst>
  <dgm:cxnLst>
    <dgm:cxn modelId="{2707A81E-93B9-4B1B-8906-2BD954B98E7A}" srcId="{28D5FCD3-5FA4-4603-8F5C-8F00F41E29DF}" destId="{2B950AB7-1E82-46BA-BA73-97030F615571}" srcOrd="0" destOrd="0" parTransId="{95D949F0-FD46-4953-BC4D-C122F4D4B410}" sibTransId="{C35A465F-554E-4CB0-958C-FC25AB038A7C}"/>
    <dgm:cxn modelId="{E28F1A02-F98B-4708-AD81-7AF8098DB892}" type="presOf" srcId="{28D5FCD3-5FA4-4603-8F5C-8F00F41E29DF}" destId="{8C1BD4DB-040A-494B-AFB8-5787D706F048}" srcOrd="0" destOrd="0" presId="urn:microsoft.com/office/officeart/2005/8/layout/hProcess3"/>
    <dgm:cxn modelId="{FE04E6C9-928F-438A-9E92-A063961C515B}" type="presOf" srcId="{2B950AB7-1E82-46BA-BA73-97030F615571}" destId="{62697FAF-F602-4EA5-8A68-28D2187B4875}" srcOrd="0" destOrd="0" presId="urn:microsoft.com/office/officeart/2005/8/layout/hProcess3"/>
    <dgm:cxn modelId="{33808188-92F3-4047-BEE6-673C34EFF0CC}" type="presParOf" srcId="{8C1BD4DB-040A-494B-AFB8-5787D706F048}" destId="{E234EED2-724D-48A9-B098-A02B67DE064B}" srcOrd="0" destOrd="0" presId="urn:microsoft.com/office/officeart/2005/8/layout/hProcess3"/>
    <dgm:cxn modelId="{03A6C25A-908E-4729-A44F-466ADEA1F30B}" type="presParOf" srcId="{8C1BD4DB-040A-494B-AFB8-5787D706F048}" destId="{5301F673-067B-4559-BF5E-0E85AC4CF29A}" srcOrd="1" destOrd="0" presId="urn:microsoft.com/office/officeart/2005/8/layout/hProcess3"/>
    <dgm:cxn modelId="{B3D0722C-57FA-4232-B36E-BB502B1921EF}" type="presParOf" srcId="{5301F673-067B-4559-BF5E-0E85AC4CF29A}" destId="{3259D5A0-865D-47D9-8156-E1E3CC56F9C4}" srcOrd="0" destOrd="0" presId="urn:microsoft.com/office/officeart/2005/8/layout/hProcess3"/>
    <dgm:cxn modelId="{A20B0B5A-2B6D-41CF-8550-6C47E6E9DC12}" type="presParOf" srcId="{5301F673-067B-4559-BF5E-0E85AC4CF29A}" destId="{BAB3717C-1533-4011-BB9D-140AD300D90E}" srcOrd="1" destOrd="0" presId="urn:microsoft.com/office/officeart/2005/8/layout/hProcess3"/>
    <dgm:cxn modelId="{2805EA87-4FBD-4550-91C2-A9C366F627AC}" type="presParOf" srcId="{BAB3717C-1533-4011-BB9D-140AD300D90E}" destId="{C71C7F3B-2444-454F-BAF9-4F093D19CF55}" srcOrd="0" destOrd="0" presId="urn:microsoft.com/office/officeart/2005/8/layout/hProcess3"/>
    <dgm:cxn modelId="{94F032B2-297A-4E78-852B-F3428250FFB7}" type="presParOf" srcId="{BAB3717C-1533-4011-BB9D-140AD300D90E}" destId="{62697FAF-F602-4EA5-8A68-28D2187B4875}" srcOrd="1" destOrd="0" presId="urn:microsoft.com/office/officeart/2005/8/layout/hProcess3"/>
    <dgm:cxn modelId="{ACB9B2BC-27C4-47E1-9B1A-0131FBADCA7F}" type="presParOf" srcId="{BAB3717C-1533-4011-BB9D-140AD300D90E}" destId="{F8A52F99-BE5D-41B9-8557-87BF1C634760}" srcOrd="2" destOrd="0" presId="urn:microsoft.com/office/officeart/2005/8/layout/hProcess3"/>
    <dgm:cxn modelId="{21FE2538-5AF2-4926-BFB6-FAB706A577FC}" type="presParOf" srcId="{BAB3717C-1533-4011-BB9D-140AD300D90E}" destId="{4A41CC66-35D1-4C07-BDCB-0F1CD1FDAF5D}" srcOrd="3" destOrd="0" presId="urn:microsoft.com/office/officeart/2005/8/layout/hProcess3"/>
    <dgm:cxn modelId="{6D323C44-C51F-4C41-BCB5-43D8AF73D63A}" type="presParOf" srcId="{5301F673-067B-4559-BF5E-0E85AC4CF29A}" destId="{975AB88E-57E7-44FE-8D95-C13F45A78750}" srcOrd="2" destOrd="0" presId="urn:microsoft.com/office/officeart/2005/8/layout/hProcess3"/>
    <dgm:cxn modelId="{545C2DE8-79DD-4FFD-BEC0-807204CE206C}" type="presParOf" srcId="{5301F673-067B-4559-BF5E-0E85AC4CF29A}" destId="{78F6F5D6-50A7-4293-87EA-5C99982F98DD}" srcOrd="3" destOrd="0" presId="urn:microsoft.com/office/officeart/2005/8/layout/hProcess3"/>
    <dgm:cxn modelId="{0B77865A-49CE-4A48-87DD-1C3D00A42337}" type="presParOf" srcId="{5301F673-067B-4559-BF5E-0E85AC4CF29A}" destId="{7A0B531B-79E2-4629-8879-F74C88B0B9B8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D5FCD3-5FA4-4603-8F5C-8F00F41E29DF}" type="doc">
      <dgm:prSet loTypeId="urn:microsoft.com/office/officeart/2005/8/layout/hProcess3" loCatId="process" qsTypeId="urn:microsoft.com/office/officeart/2005/8/quickstyle/3d5" qsCatId="3D" csTypeId="urn:microsoft.com/office/officeart/2005/8/colors/accent1_5" csCatId="accent1" phldr="1"/>
      <dgm:spPr/>
    </dgm:pt>
    <dgm:pt modelId="{2B950AB7-1E82-46BA-BA73-97030F615571}">
      <dgm:prSet phldrT="[Text]"/>
      <dgm:spPr/>
      <dgm:t>
        <a:bodyPr/>
        <a:lstStyle/>
        <a:p>
          <a:r>
            <a:rPr lang="de-DE" dirty="0" smtClean="0">
              <a:solidFill>
                <a:schemeClr val="bg1"/>
              </a:solidFill>
            </a:rPr>
            <a:t>Show Global Outcome, 10s</a:t>
          </a:r>
        </a:p>
      </dgm:t>
    </dgm:pt>
    <dgm:pt modelId="{95D949F0-FD46-4953-BC4D-C122F4D4B410}" type="parTrans" cxnId="{2707A81E-93B9-4B1B-8906-2BD954B98E7A}">
      <dgm:prSet/>
      <dgm:spPr/>
      <dgm:t>
        <a:bodyPr/>
        <a:lstStyle/>
        <a:p>
          <a:endParaRPr lang="de-DE"/>
        </a:p>
      </dgm:t>
    </dgm:pt>
    <dgm:pt modelId="{C35A465F-554E-4CB0-958C-FC25AB038A7C}" type="sibTrans" cxnId="{2707A81E-93B9-4B1B-8906-2BD954B98E7A}">
      <dgm:prSet/>
      <dgm:spPr/>
      <dgm:t>
        <a:bodyPr/>
        <a:lstStyle/>
        <a:p>
          <a:endParaRPr lang="de-DE"/>
        </a:p>
      </dgm:t>
    </dgm:pt>
    <dgm:pt modelId="{8C1BD4DB-040A-494B-AFB8-5787D706F048}" type="pres">
      <dgm:prSet presAssocID="{28D5FCD3-5FA4-4603-8F5C-8F00F41E29DF}" presName="Name0" presStyleCnt="0">
        <dgm:presLayoutVars>
          <dgm:dir/>
          <dgm:animLvl val="lvl"/>
          <dgm:resizeHandles val="exact"/>
        </dgm:presLayoutVars>
      </dgm:prSet>
      <dgm:spPr/>
    </dgm:pt>
    <dgm:pt modelId="{E234EED2-724D-48A9-B098-A02B67DE064B}" type="pres">
      <dgm:prSet presAssocID="{28D5FCD3-5FA4-4603-8F5C-8F00F41E29DF}" presName="dummy" presStyleCnt="0"/>
      <dgm:spPr/>
    </dgm:pt>
    <dgm:pt modelId="{5301F673-067B-4559-BF5E-0E85AC4CF29A}" type="pres">
      <dgm:prSet presAssocID="{28D5FCD3-5FA4-4603-8F5C-8F00F41E29DF}" presName="linH" presStyleCnt="0"/>
      <dgm:spPr/>
    </dgm:pt>
    <dgm:pt modelId="{3259D5A0-865D-47D9-8156-E1E3CC56F9C4}" type="pres">
      <dgm:prSet presAssocID="{28D5FCD3-5FA4-4603-8F5C-8F00F41E29DF}" presName="padding1" presStyleCnt="0"/>
      <dgm:spPr/>
    </dgm:pt>
    <dgm:pt modelId="{BAB3717C-1533-4011-BB9D-140AD300D90E}" type="pres">
      <dgm:prSet presAssocID="{2B950AB7-1E82-46BA-BA73-97030F615571}" presName="linV" presStyleCnt="0"/>
      <dgm:spPr/>
    </dgm:pt>
    <dgm:pt modelId="{C71C7F3B-2444-454F-BAF9-4F093D19CF55}" type="pres">
      <dgm:prSet presAssocID="{2B950AB7-1E82-46BA-BA73-97030F615571}" presName="spVertical1" presStyleCnt="0"/>
      <dgm:spPr/>
    </dgm:pt>
    <dgm:pt modelId="{62697FAF-F602-4EA5-8A68-28D2187B4875}" type="pres">
      <dgm:prSet presAssocID="{2B950AB7-1E82-46BA-BA73-97030F615571}" presName="parTx" presStyleLbl="revTx" presStyleIdx="0" presStyleCnt="1" custLinFactNeighborX="-70320" custLinFactNeighborY="-1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8A52F99-BE5D-41B9-8557-87BF1C634760}" type="pres">
      <dgm:prSet presAssocID="{2B950AB7-1E82-46BA-BA73-97030F615571}" presName="spVertical2" presStyleCnt="0"/>
      <dgm:spPr/>
    </dgm:pt>
    <dgm:pt modelId="{4A41CC66-35D1-4C07-BDCB-0F1CD1FDAF5D}" type="pres">
      <dgm:prSet presAssocID="{2B950AB7-1E82-46BA-BA73-97030F615571}" presName="spVertical3" presStyleCnt="0"/>
      <dgm:spPr/>
    </dgm:pt>
    <dgm:pt modelId="{975AB88E-57E7-44FE-8D95-C13F45A78750}" type="pres">
      <dgm:prSet presAssocID="{28D5FCD3-5FA4-4603-8F5C-8F00F41E29DF}" presName="padding2" presStyleCnt="0"/>
      <dgm:spPr/>
    </dgm:pt>
    <dgm:pt modelId="{78F6F5D6-50A7-4293-87EA-5C99982F98DD}" type="pres">
      <dgm:prSet presAssocID="{28D5FCD3-5FA4-4603-8F5C-8F00F41E29DF}" presName="negArrow" presStyleCnt="0"/>
      <dgm:spPr/>
    </dgm:pt>
    <dgm:pt modelId="{7A0B531B-79E2-4629-8879-F74C88B0B9B8}" type="pres">
      <dgm:prSet presAssocID="{28D5FCD3-5FA4-4603-8F5C-8F00F41E29DF}" presName="backgroundArrow" presStyleLbl="node1" presStyleIdx="0" presStyleCnt="1" custLinFactNeighborX="35135" custLinFactNeighborY="74987"/>
      <dgm:spPr/>
      <dgm:t>
        <a:bodyPr/>
        <a:lstStyle/>
        <a:p>
          <a:endParaRPr lang="de-DE"/>
        </a:p>
      </dgm:t>
    </dgm:pt>
  </dgm:ptLst>
  <dgm:cxnLst>
    <dgm:cxn modelId="{2707A81E-93B9-4B1B-8906-2BD954B98E7A}" srcId="{28D5FCD3-5FA4-4603-8F5C-8F00F41E29DF}" destId="{2B950AB7-1E82-46BA-BA73-97030F615571}" srcOrd="0" destOrd="0" parTransId="{95D949F0-FD46-4953-BC4D-C122F4D4B410}" sibTransId="{C35A465F-554E-4CB0-958C-FC25AB038A7C}"/>
    <dgm:cxn modelId="{E28F1A02-F98B-4708-AD81-7AF8098DB892}" type="presOf" srcId="{28D5FCD3-5FA4-4603-8F5C-8F00F41E29DF}" destId="{8C1BD4DB-040A-494B-AFB8-5787D706F048}" srcOrd="0" destOrd="0" presId="urn:microsoft.com/office/officeart/2005/8/layout/hProcess3"/>
    <dgm:cxn modelId="{FE04E6C9-928F-438A-9E92-A063961C515B}" type="presOf" srcId="{2B950AB7-1E82-46BA-BA73-97030F615571}" destId="{62697FAF-F602-4EA5-8A68-28D2187B4875}" srcOrd="0" destOrd="0" presId="urn:microsoft.com/office/officeart/2005/8/layout/hProcess3"/>
    <dgm:cxn modelId="{33808188-92F3-4047-BEE6-673C34EFF0CC}" type="presParOf" srcId="{8C1BD4DB-040A-494B-AFB8-5787D706F048}" destId="{E234EED2-724D-48A9-B098-A02B67DE064B}" srcOrd="0" destOrd="0" presId="urn:microsoft.com/office/officeart/2005/8/layout/hProcess3"/>
    <dgm:cxn modelId="{03A6C25A-908E-4729-A44F-466ADEA1F30B}" type="presParOf" srcId="{8C1BD4DB-040A-494B-AFB8-5787D706F048}" destId="{5301F673-067B-4559-BF5E-0E85AC4CF29A}" srcOrd="1" destOrd="0" presId="urn:microsoft.com/office/officeart/2005/8/layout/hProcess3"/>
    <dgm:cxn modelId="{B3D0722C-57FA-4232-B36E-BB502B1921EF}" type="presParOf" srcId="{5301F673-067B-4559-BF5E-0E85AC4CF29A}" destId="{3259D5A0-865D-47D9-8156-E1E3CC56F9C4}" srcOrd="0" destOrd="0" presId="urn:microsoft.com/office/officeart/2005/8/layout/hProcess3"/>
    <dgm:cxn modelId="{A20B0B5A-2B6D-41CF-8550-6C47E6E9DC12}" type="presParOf" srcId="{5301F673-067B-4559-BF5E-0E85AC4CF29A}" destId="{BAB3717C-1533-4011-BB9D-140AD300D90E}" srcOrd="1" destOrd="0" presId="urn:microsoft.com/office/officeart/2005/8/layout/hProcess3"/>
    <dgm:cxn modelId="{2805EA87-4FBD-4550-91C2-A9C366F627AC}" type="presParOf" srcId="{BAB3717C-1533-4011-BB9D-140AD300D90E}" destId="{C71C7F3B-2444-454F-BAF9-4F093D19CF55}" srcOrd="0" destOrd="0" presId="urn:microsoft.com/office/officeart/2005/8/layout/hProcess3"/>
    <dgm:cxn modelId="{94F032B2-297A-4E78-852B-F3428250FFB7}" type="presParOf" srcId="{BAB3717C-1533-4011-BB9D-140AD300D90E}" destId="{62697FAF-F602-4EA5-8A68-28D2187B4875}" srcOrd="1" destOrd="0" presId="urn:microsoft.com/office/officeart/2005/8/layout/hProcess3"/>
    <dgm:cxn modelId="{ACB9B2BC-27C4-47E1-9B1A-0131FBADCA7F}" type="presParOf" srcId="{BAB3717C-1533-4011-BB9D-140AD300D90E}" destId="{F8A52F99-BE5D-41B9-8557-87BF1C634760}" srcOrd="2" destOrd="0" presId="urn:microsoft.com/office/officeart/2005/8/layout/hProcess3"/>
    <dgm:cxn modelId="{21FE2538-5AF2-4926-BFB6-FAB706A577FC}" type="presParOf" srcId="{BAB3717C-1533-4011-BB9D-140AD300D90E}" destId="{4A41CC66-35D1-4C07-BDCB-0F1CD1FDAF5D}" srcOrd="3" destOrd="0" presId="urn:microsoft.com/office/officeart/2005/8/layout/hProcess3"/>
    <dgm:cxn modelId="{6D323C44-C51F-4C41-BCB5-43D8AF73D63A}" type="presParOf" srcId="{5301F673-067B-4559-BF5E-0E85AC4CF29A}" destId="{975AB88E-57E7-44FE-8D95-C13F45A78750}" srcOrd="2" destOrd="0" presId="urn:microsoft.com/office/officeart/2005/8/layout/hProcess3"/>
    <dgm:cxn modelId="{545C2DE8-79DD-4FFD-BEC0-807204CE206C}" type="presParOf" srcId="{5301F673-067B-4559-BF5E-0E85AC4CF29A}" destId="{78F6F5D6-50A7-4293-87EA-5C99982F98DD}" srcOrd="3" destOrd="0" presId="urn:microsoft.com/office/officeart/2005/8/layout/hProcess3"/>
    <dgm:cxn modelId="{0B77865A-49CE-4A48-87DD-1C3D00A42337}" type="presParOf" srcId="{5301F673-067B-4559-BF5E-0E85AC4CF29A}" destId="{7A0B531B-79E2-4629-8879-F74C88B0B9B8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3FB05D-8702-4F08-86BA-417E51FDA0E5}" type="doc">
      <dgm:prSet loTypeId="urn:microsoft.com/office/officeart/2005/8/layout/cycle3" loCatId="cycle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F7BE263-8427-42C9-88C1-EC4E78F921B8}">
      <dgm:prSet phldrT="[Text]"/>
      <dgm:spPr>
        <a:solidFill>
          <a:srgbClr val="D1DDED"/>
        </a:solidFill>
      </dgm:spPr>
      <dgm:t>
        <a:bodyPr/>
        <a:lstStyle/>
        <a:p>
          <a:r>
            <a:rPr lang="de-DE" dirty="0" smtClean="0">
              <a:solidFill>
                <a:schemeClr val="tx1"/>
              </a:solidFill>
            </a:rPr>
            <a:t>Repeat </a:t>
          </a:r>
          <a:r>
            <a:rPr lang="de-DE" dirty="0" err="1" smtClean="0">
              <a:solidFill>
                <a:schemeClr val="tx1"/>
              </a:solidFill>
            </a:rPr>
            <a:t>for</a:t>
          </a:r>
          <a:r>
            <a:rPr lang="de-DE" dirty="0" smtClean="0">
              <a:solidFill>
                <a:schemeClr val="tx1"/>
              </a:solidFill>
            </a:rPr>
            <a:t> 8 min</a:t>
          </a:r>
          <a:endParaRPr lang="de-DE" dirty="0">
            <a:solidFill>
              <a:schemeClr val="tx1"/>
            </a:solidFill>
          </a:endParaRPr>
        </a:p>
      </dgm:t>
    </dgm:pt>
    <dgm:pt modelId="{3F70F8A5-052C-4194-A5F0-4EACFD799D72}" type="parTrans" cxnId="{065DDFEB-44E7-439E-A5C3-D85DAD8A237E}">
      <dgm:prSet/>
      <dgm:spPr/>
      <dgm:t>
        <a:bodyPr/>
        <a:lstStyle/>
        <a:p>
          <a:endParaRPr lang="de-DE"/>
        </a:p>
      </dgm:t>
    </dgm:pt>
    <dgm:pt modelId="{4C280E3E-9769-4DF5-B6E5-8DD242E6575C}" type="sibTrans" cxnId="{065DDFEB-44E7-439E-A5C3-D85DAD8A237E}">
      <dgm:prSet/>
      <dgm:spPr/>
      <dgm:t>
        <a:bodyPr/>
        <a:lstStyle/>
        <a:p>
          <a:endParaRPr lang="de-DE"/>
        </a:p>
      </dgm:t>
    </dgm:pt>
    <dgm:pt modelId="{72803B88-816D-4910-9F31-CB382236BDD7}">
      <dgm:prSet phldrT="[Text]"/>
      <dgm:spPr/>
      <dgm:t>
        <a:bodyPr/>
        <a:lstStyle/>
        <a:p>
          <a:endParaRPr lang="de-DE" dirty="0"/>
        </a:p>
      </dgm:t>
    </dgm:pt>
    <dgm:pt modelId="{FAA0D9B2-6CC2-4889-BE2A-46E295E818B9}" type="parTrans" cxnId="{B47D15DA-3CF1-4572-8EF5-DD907E922FDB}">
      <dgm:prSet/>
      <dgm:spPr/>
      <dgm:t>
        <a:bodyPr/>
        <a:lstStyle/>
        <a:p>
          <a:endParaRPr lang="de-DE"/>
        </a:p>
      </dgm:t>
    </dgm:pt>
    <dgm:pt modelId="{74BFDF7E-8A84-43AF-85A1-EFA529D2BA54}" type="sibTrans" cxnId="{B47D15DA-3CF1-4572-8EF5-DD907E922FDB}">
      <dgm:prSet/>
      <dgm:spPr/>
      <dgm:t>
        <a:bodyPr/>
        <a:lstStyle/>
        <a:p>
          <a:endParaRPr lang="de-DE"/>
        </a:p>
      </dgm:t>
    </dgm:pt>
    <dgm:pt modelId="{99EA60C8-1076-4ADF-A916-EAE2A3119B8A}" type="pres">
      <dgm:prSet presAssocID="{613FB05D-8702-4F08-86BA-417E51FDA0E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D37969FF-4630-4FD7-AA58-B23C35DE184D}" type="pres">
      <dgm:prSet presAssocID="{613FB05D-8702-4F08-86BA-417E51FDA0E5}" presName="node1" presStyleLbl="node1" presStyleIdx="0" presStyleCnt="2" custScaleX="29532" custScaleY="12422" custLinFactNeighborX="-18975" custLinFactNeighborY="-5669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1AD24C3-CA36-486B-A208-C80D91E1A467}" type="pres">
      <dgm:prSet presAssocID="{613FB05D-8702-4F08-86BA-417E51FDA0E5}" presName="sibTrans" presStyleLbl="bgShp" presStyleIdx="0" presStyleCnt="1" custLinFactNeighborX="2373" custLinFactNeighborY="-2924"/>
      <dgm:spPr/>
      <dgm:t>
        <a:bodyPr/>
        <a:lstStyle/>
        <a:p>
          <a:endParaRPr lang="de-DE"/>
        </a:p>
      </dgm:t>
    </dgm:pt>
    <dgm:pt modelId="{2212A516-D940-428C-8144-7D415E1E6FF6}" type="pres">
      <dgm:prSet presAssocID="{613FB05D-8702-4F08-86BA-417E51FDA0E5}" presName="node2" presStyleLbl="node1" presStyleIdx="1" presStyleCnt="2" custFlipVert="1" custScaleX="1172" custScaleY="4025" custLinFactNeighborX="20080" custLinFactNeighborY="-2827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91D9AE7-914B-4595-B0D2-CA00B2AE12D1}" type="pres">
      <dgm:prSet presAssocID="{613FB05D-8702-4F08-86BA-417E51FDA0E5}" presName="sp1" presStyleCnt="0"/>
      <dgm:spPr/>
    </dgm:pt>
    <dgm:pt modelId="{31FE564B-3B29-4C58-9290-26F7125B1C14}" type="pres">
      <dgm:prSet presAssocID="{613FB05D-8702-4F08-86BA-417E51FDA0E5}" presName="sp2" presStyleCnt="0"/>
      <dgm:spPr/>
    </dgm:pt>
  </dgm:ptLst>
  <dgm:cxnLst>
    <dgm:cxn modelId="{02B268B2-F22A-4D54-B912-F60CC6E1F179}" type="presOf" srcId="{72803B88-816D-4910-9F31-CB382236BDD7}" destId="{2212A516-D940-428C-8144-7D415E1E6FF6}" srcOrd="0" destOrd="0" presId="urn:microsoft.com/office/officeart/2005/8/layout/cycle3"/>
    <dgm:cxn modelId="{F8503465-0385-4E0D-ABE6-7041E7694907}" type="presOf" srcId="{613FB05D-8702-4F08-86BA-417E51FDA0E5}" destId="{99EA60C8-1076-4ADF-A916-EAE2A3119B8A}" srcOrd="0" destOrd="0" presId="urn:microsoft.com/office/officeart/2005/8/layout/cycle3"/>
    <dgm:cxn modelId="{2D6D67F3-A56E-4362-9CDB-46E66A2667A0}" type="presOf" srcId="{4C280E3E-9769-4DF5-B6E5-8DD242E6575C}" destId="{41AD24C3-CA36-486B-A208-C80D91E1A467}" srcOrd="0" destOrd="0" presId="urn:microsoft.com/office/officeart/2005/8/layout/cycle3"/>
    <dgm:cxn modelId="{99349883-61CA-4D73-8444-0E432FE7B1F6}" type="presOf" srcId="{1F7BE263-8427-42C9-88C1-EC4E78F921B8}" destId="{D37969FF-4630-4FD7-AA58-B23C35DE184D}" srcOrd="0" destOrd="0" presId="urn:microsoft.com/office/officeart/2005/8/layout/cycle3"/>
    <dgm:cxn modelId="{B47D15DA-3CF1-4572-8EF5-DD907E922FDB}" srcId="{613FB05D-8702-4F08-86BA-417E51FDA0E5}" destId="{72803B88-816D-4910-9F31-CB382236BDD7}" srcOrd="1" destOrd="0" parTransId="{FAA0D9B2-6CC2-4889-BE2A-46E295E818B9}" sibTransId="{74BFDF7E-8A84-43AF-85A1-EFA529D2BA54}"/>
    <dgm:cxn modelId="{065DDFEB-44E7-439E-A5C3-D85DAD8A237E}" srcId="{613FB05D-8702-4F08-86BA-417E51FDA0E5}" destId="{1F7BE263-8427-42C9-88C1-EC4E78F921B8}" srcOrd="0" destOrd="0" parTransId="{3F70F8A5-052C-4194-A5F0-4EACFD799D72}" sibTransId="{4C280E3E-9769-4DF5-B6E5-8DD242E6575C}"/>
    <dgm:cxn modelId="{326B9A81-DBDE-4155-B593-C096D6EB8B13}" type="presParOf" srcId="{99EA60C8-1076-4ADF-A916-EAE2A3119B8A}" destId="{D37969FF-4630-4FD7-AA58-B23C35DE184D}" srcOrd="0" destOrd="0" presId="urn:microsoft.com/office/officeart/2005/8/layout/cycle3"/>
    <dgm:cxn modelId="{B933A19D-47F7-464F-B5D9-D5EAAB8355A8}" type="presParOf" srcId="{99EA60C8-1076-4ADF-A916-EAE2A3119B8A}" destId="{41AD24C3-CA36-486B-A208-C80D91E1A467}" srcOrd="1" destOrd="0" presId="urn:microsoft.com/office/officeart/2005/8/layout/cycle3"/>
    <dgm:cxn modelId="{ED185838-A117-476E-8FAD-55C64BD0A919}" type="presParOf" srcId="{99EA60C8-1076-4ADF-A916-EAE2A3119B8A}" destId="{2212A516-D940-428C-8144-7D415E1E6FF6}" srcOrd="2" destOrd="0" presId="urn:microsoft.com/office/officeart/2005/8/layout/cycle3"/>
    <dgm:cxn modelId="{60FBF333-B5AF-4877-B561-411CAE246062}" type="presParOf" srcId="{99EA60C8-1076-4ADF-A916-EAE2A3119B8A}" destId="{091D9AE7-914B-4595-B0D2-CA00B2AE12D1}" srcOrd="3" destOrd="0" presId="urn:microsoft.com/office/officeart/2005/8/layout/cycle3"/>
    <dgm:cxn modelId="{BC5A403B-29DF-4BCA-B3F8-F6BA0A0AE316}" type="presParOf" srcId="{99EA60C8-1076-4ADF-A916-EAE2A3119B8A}" destId="{31FE564B-3B29-4C58-9290-26F7125B1C14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F1801A-D159-440C-BB01-FCADC644AEC1}" type="doc">
      <dgm:prSet loTypeId="urn:microsoft.com/office/officeart/2005/8/layout/hProcess3" loCatId="process" qsTypeId="urn:microsoft.com/office/officeart/2005/8/quickstyle/3d5" qsCatId="3D" csTypeId="urn:microsoft.com/office/officeart/2005/8/colors/accent1_2" csCatId="accent1" phldr="1"/>
      <dgm:spPr/>
    </dgm:pt>
    <dgm:pt modelId="{997E1ABC-DAAD-44A9-A4AE-0D7FA4CAF245}">
      <dgm:prSet phldrT="[Text]" custT="1"/>
      <dgm:spPr/>
      <dgm:t>
        <a:bodyPr/>
        <a:lstStyle/>
        <a:p>
          <a:r>
            <a:rPr lang="de-DE" sz="2000" dirty="0" smtClean="0">
              <a:solidFill>
                <a:schemeClr val="bg1"/>
              </a:solidFill>
            </a:rPr>
            <a:t>Block </a:t>
          </a:r>
          <a:r>
            <a:rPr lang="de-DE" sz="2000" dirty="0" err="1" smtClean="0">
              <a:solidFill>
                <a:schemeClr val="bg1"/>
              </a:solidFill>
            </a:rPr>
            <a:t>Announcement</a:t>
          </a:r>
          <a:r>
            <a:rPr lang="de-DE" sz="2000" dirty="0" smtClean="0">
              <a:solidFill>
                <a:schemeClr val="bg1"/>
              </a:solidFill>
            </a:rPr>
            <a:t>, 4s</a:t>
          </a:r>
          <a:endParaRPr lang="de-DE" sz="2000" dirty="0">
            <a:solidFill>
              <a:schemeClr val="bg1"/>
            </a:solidFill>
          </a:endParaRPr>
        </a:p>
      </dgm:t>
    </dgm:pt>
    <dgm:pt modelId="{BB1F026A-1FF9-4FAC-A890-3F4E13D1DB5B}" type="parTrans" cxnId="{6A29EE02-6287-4B57-883F-0187BD4082E7}">
      <dgm:prSet/>
      <dgm:spPr/>
      <dgm:t>
        <a:bodyPr/>
        <a:lstStyle/>
        <a:p>
          <a:endParaRPr lang="de-DE"/>
        </a:p>
      </dgm:t>
    </dgm:pt>
    <dgm:pt modelId="{8FEBC206-5E73-4B57-8B3A-6EA62B638DF5}" type="sibTrans" cxnId="{6A29EE02-6287-4B57-883F-0187BD4082E7}">
      <dgm:prSet/>
      <dgm:spPr/>
      <dgm:t>
        <a:bodyPr/>
        <a:lstStyle/>
        <a:p>
          <a:endParaRPr lang="de-DE"/>
        </a:p>
      </dgm:t>
    </dgm:pt>
    <dgm:pt modelId="{A3F2FE19-4140-4C29-B0AB-2BDF6D482FA8}" type="pres">
      <dgm:prSet presAssocID="{52F1801A-D159-440C-BB01-FCADC644AEC1}" presName="Name0" presStyleCnt="0">
        <dgm:presLayoutVars>
          <dgm:dir/>
          <dgm:animLvl val="lvl"/>
          <dgm:resizeHandles val="exact"/>
        </dgm:presLayoutVars>
      </dgm:prSet>
      <dgm:spPr/>
    </dgm:pt>
    <dgm:pt modelId="{1E89BED8-69A3-403D-B3A5-5C5AAA4F7410}" type="pres">
      <dgm:prSet presAssocID="{52F1801A-D159-440C-BB01-FCADC644AEC1}" presName="dummy" presStyleCnt="0"/>
      <dgm:spPr/>
    </dgm:pt>
    <dgm:pt modelId="{1816F36A-FDCB-4493-990B-A4210FC37318}" type="pres">
      <dgm:prSet presAssocID="{52F1801A-D159-440C-BB01-FCADC644AEC1}" presName="linH" presStyleCnt="0"/>
      <dgm:spPr/>
    </dgm:pt>
    <dgm:pt modelId="{F7DB21EE-E4C7-4B9F-AD7E-57C20F562275}" type="pres">
      <dgm:prSet presAssocID="{52F1801A-D159-440C-BB01-FCADC644AEC1}" presName="padding1" presStyleCnt="0"/>
      <dgm:spPr/>
    </dgm:pt>
    <dgm:pt modelId="{B2C9763A-4F99-4B36-815C-A785D8AA2B82}" type="pres">
      <dgm:prSet presAssocID="{997E1ABC-DAAD-44A9-A4AE-0D7FA4CAF245}" presName="linV" presStyleCnt="0"/>
      <dgm:spPr/>
    </dgm:pt>
    <dgm:pt modelId="{A2309CE3-46D9-47EF-BFC8-CFCE34AE9D77}" type="pres">
      <dgm:prSet presAssocID="{997E1ABC-DAAD-44A9-A4AE-0D7FA4CAF245}" presName="spVertical1" presStyleCnt="0"/>
      <dgm:spPr/>
    </dgm:pt>
    <dgm:pt modelId="{F36E9A8E-4DF6-40DE-B5A0-5FFF4A2B88E7}" type="pres">
      <dgm:prSet presAssocID="{997E1ABC-DAAD-44A9-A4AE-0D7FA4CAF245}" presName="parTx" presStyleLbl="revTx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DBFD614-5F66-4570-BDB1-821ADD184144}" type="pres">
      <dgm:prSet presAssocID="{997E1ABC-DAAD-44A9-A4AE-0D7FA4CAF245}" presName="spVertical2" presStyleCnt="0"/>
      <dgm:spPr/>
    </dgm:pt>
    <dgm:pt modelId="{F408DBE2-08FE-45E9-BB8C-7417CD2D09D2}" type="pres">
      <dgm:prSet presAssocID="{997E1ABC-DAAD-44A9-A4AE-0D7FA4CAF245}" presName="spVertical3" presStyleCnt="0"/>
      <dgm:spPr/>
    </dgm:pt>
    <dgm:pt modelId="{A5FF7FF9-2DDE-4DB3-B719-38225C669EC3}" type="pres">
      <dgm:prSet presAssocID="{52F1801A-D159-440C-BB01-FCADC644AEC1}" presName="padding2" presStyleCnt="0"/>
      <dgm:spPr/>
    </dgm:pt>
    <dgm:pt modelId="{6A941D98-9257-4843-B984-00B8788956BA}" type="pres">
      <dgm:prSet presAssocID="{52F1801A-D159-440C-BB01-FCADC644AEC1}" presName="negArrow" presStyleCnt="0"/>
      <dgm:spPr/>
    </dgm:pt>
    <dgm:pt modelId="{59E01B33-1CBF-480D-82EC-9EEBE762E147}" type="pres">
      <dgm:prSet presAssocID="{52F1801A-D159-440C-BB01-FCADC644AEC1}" presName="backgroundArrow" presStyleLbl="node1" presStyleIdx="0" presStyleCnt="1"/>
      <dgm:spPr/>
    </dgm:pt>
  </dgm:ptLst>
  <dgm:cxnLst>
    <dgm:cxn modelId="{0D1F9A01-7996-42C7-BA08-12B5AD323776}" type="presOf" srcId="{997E1ABC-DAAD-44A9-A4AE-0D7FA4CAF245}" destId="{F36E9A8E-4DF6-40DE-B5A0-5FFF4A2B88E7}" srcOrd="0" destOrd="0" presId="urn:microsoft.com/office/officeart/2005/8/layout/hProcess3"/>
    <dgm:cxn modelId="{B4E20F8E-03F3-4362-BF37-414C277E2B90}" type="presOf" srcId="{52F1801A-D159-440C-BB01-FCADC644AEC1}" destId="{A3F2FE19-4140-4C29-B0AB-2BDF6D482FA8}" srcOrd="0" destOrd="0" presId="urn:microsoft.com/office/officeart/2005/8/layout/hProcess3"/>
    <dgm:cxn modelId="{6A29EE02-6287-4B57-883F-0187BD4082E7}" srcId="{52F1801A-D159-440C-BB01-FCADC644AEC1}" destId="{997E1ABC-DAAD-44A9-A4AE-0D7FA4CAF245}" srcOrd="0" destOrd="0" parTransId="{BB1F026A-1FF9-4FAC-A890-3F4E13D1DB5B}" sibTransId="{8FEBC206-5E73-4B57-8B3A-6EA62B638DF5}"/>
    <dgm:cxn modelId="{92632628-FD01-44E3-8783-2978A48EAFA5}" type="presParOf" srcId="{A3F2FE19-4140-4C29-B0AB-2BDF6D482FA8}" destId="{1E89BED8-69A3-403D-B3A5-5C5AAA4F7410}" srcOrd="0" destOrd="0" presId="urn:microsoft.com/office/officeart/2005/8/layout/hProcess3"/>
    <dgm:cxn modelId="{096873D4-BDE5-4E92-88F9-47FAA3A55B12}" type="presParOf" srcId="{A3F2FE19-4140-4C29-B0AB-2BDF6D482FA8}" destId="{1816F36A-FDCB-4493-990B-A4210FC37318}" srcOrd="1" destOrd="0" presId="urn:microsoft.com/office/officeart/2005/8/layout/hProcess3"/>
    <dgm:cxn modelId="{CABDA6C7-E57D-46F8-8485-9371880A71D4}" type="presParOf" srcId="{1816F36A-FDCB-4493-990B-A4210FC37318}" destId="{F7DB21EE-E4C7-4B9F-AD7E-57C20F562275}" srcOrd="0" destOrd="0" presId="urn:microsoft.com/office/officeart/2005/8/layout/hProcess3"/>
    <dgm:cxn modelId="{4CEA8C8A-41E3-49CA-90E4-97E6A67E0239}" type="presParOf" srcId="{1816F36A-FDCB-4493-990B-A4210FC37318}" destId="{B2C9763A-4F99-4B36-815C-A785D8AA2B82}" srcOrd="1" destOrd="0" presId="urn:microsoft.com/office/officeart/2005/8/layout/hProcess3"/>
    <dgm:cxn modelId="{E1385A51-303F-491C-97FA-59B5A7AE415F}" type="presParOf" srcId="{B2C9763A-4F99-4B36-815C-A785D8AA2B82}" destId="{A2309CE3-46D9-47EF-BFC8-CFCE34AE9D77}" srcOrd="0" destOrd="0" presId="urn:microsoft.com/office/officeart/2005/8/layout/hProcess3"/>
    <dgm:cxn modelId="{9908AA3D-75A0-45F1-8D31-1AC3B2A58626}" type="presParOf" srcId="{B2C9763A-4F99-4B36-815C-A785D8AA2B82}" destId="{F36E9A8E-4DF6-40DE-B5A0-5FFF4A2B88E7}" srcOrd="1" destOrd="0" presId="urn:microsoft.com/office/officeart/2005/8/layout/hProcess3"/>
    <dgm:cxn modelId="{921C2739-8404-46BB-A09C-79605DAEE70D}" type="presParOf" srcId="{B2C9763A-4F99-4B36-815C-A785D8AA2B82}" destId="{ADBFD614-5F66-4570-BDB1-821ADD184144}" srcOrd="2" destOrd="0" presId="urn:microsoft.com/office/officeart/2005/8/layout/hProcess3"/>
    <dgm:cxn modelId="{B28D5246-EBC9-4532-976D-AEA7CD991FB0}" type="presParOf" srcId="{B2C9763A-4F99-4B36-815C-A785D8AA2B82}" destId="{F408DBE2-08FE-45E9-BB8C-7417CD2D09D2}" srcOrd="3" destOrd="0" presId="urn:microsoft.com/office/officeart/2005/8/layout/hProcess3"/>
    <dgm:cxn modelId="{730D70A1-10C4-49DE-A9C2-7C564D138384}" type="presParOf" srcId="{1816F36A-FDCB-4493-990B-A4210FC37318}" destId="{A5FF7FF9-2DDE-4DB3-B719-38225C669EC3}" srcOrd="2" destOrd="0" presId="urn:microsoft.com/office/officeart/2005/8/layout/hProcess3"/>
    <dgm:cxn modelId="{B963419D-894B-410B-B1EF-9408AA6E54DB}" type="presParOf" srcId="{1816F36A-FDCB-4493-990B-A4210FC37318}" destId="{6A941D98-9257-4843-B984-00B8788956BA}" srcOrd="3" destOrd="0" presId="urn:microsoft.com/office/officeart/2005/8/layout/hProcess3"/>
    <dgm:cxn modelId="{CBD0905C-BCB1-4F05-BCED-9F1BE68731D8}" type="presParOf" srcId="{1816F36A-FDCB-4493-990B-A4210FC37318}" destId="{59E01B33-1CBF-480D-82EC-9EEBE762E147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F1801A-D159-440C-BB01-FCADC644AEC1}" type="doc">
      <dgm:prSet loTypeId="urn:microsoft.com/office/officeart/2005/8/layout/hProcess3" loCatId="process" qsTypeId="urn:microsoft.com/office/officeart/2005/8/quickstyle/3d5" qsCatId="3D" csTypeId="urn:microsoft.com/office/officeart/2005/8/colors/accent1_2" csCatId="accent1" phldr="1"/>
      <dgm:spPr/>
    </dgm:pt>
    <dgm:pt modelId="{997E1ABC-DAAD-44A9-A4AE-0D7FA4CAF245}">
      <dgm:prSet phldrT="[Text]" custT="1"/>
      <dgm:spPr/>
      <dgm:t>
        <a:bodyPr/>
        <a:lstStyle/>
        <a:p>
          <a:r>
            <a:rPr lang="de-DE" sz="2000" dirty="0" smtClean="0">
              <a:solidFill>
                <a:schemeClr val="bg1"/>
              </a:solidFill>
            </a:rPr>
            <a:t>Approach </a:t>
          </a:r>
          <a:r>
            <a:rPr lang="de-DE" sz="2000" dirty="0" err="1" smtClean="0">
              <a:solidFill>
                <a:schemeClr val="bg1"/>
              </a:solidFill>
            </a:rPr>
            <a:t>of</a:t>
          </a:r>
          <a:r>
            <a:rPr lang="de-DE" sz="2000" dirty="0" smtClean="0">
              <a:solidFill>
                <a:schemeClr val="bg1"/>
              </a:solidFill>
            </a:rPr>
            <a:t> </a:t>
          </a:r>
          <a:r>
            <a:rPr lang="de-DE" sz="2000" dirty="0" err="1" smtClean="0">
              <a:solidFill>
                <a:schemeClr val="bg1"/>
              </a:solidFill>
            </a:rPr>
            <a:t>option</a:t>
          </a:r>
          <a:r>
            <a:rPr lang="de-DE" sz="2000" dirty="0" smtClean="0">
              <a:solidFill>
                <a:schemeClr val="bg1"/>
              </a:solidFill>
            </a:rPr>
            <a:t> </a:t>
          </a:r>
          <a:r>
            <a:rPr lang="de-DE" sz="2000" dirty="0" err="1" smtClean="0">
              <a:solidFill>
                <a:schemeClr val="bg1"/>
              </a:solidFill>
            </a:rPr>
            <a:t>to</a:t>
          </a:r>
          <a:r>
            <a:rPr lang="de-DE" sz="2000" dirty="0" smtClean="0">
              <a:solidFill>
                <a:schemeClr val="bg1"/>
              </a:solidFill>
            </a:rPr>
            <a:t> </a:t>
          </a:r>
          <a:r>
            <a:rPr lang="de-DE" sz="2000" dirty="0" err="1" smtClean="0">
              <a:solidFill>
                <a:schemeClr val="bg1"/>
              </a:solidFill>
            </a:rPr>
            <a:t>target</a:t>
          </a:r>
          <a:r>
            <a:rPr lang="de-DE" sz="2000" dirty="0" smtClean="0">
              <a:solidFill>
                <a:schemeClr val="bg1"/>
              </a:solidFill>
            </a:rPr>
            <a:t>, &lt;= 2s</a:t>
          </a:r>
          <a:endParaRPr lang="de-DE" sz="2000" dirty="0">
            <a:solidFill>
              <a:schemeClr val="bg1"/>
            </a:solidFill>
          </a:endParaRPr>
        </a:p>
      </dgm:t>
    </dgm:pt>
    <dgm:pt modelId="{BB1F026A-1FF9-4FAC-A890-3F4E13D1DB5B}" type="parTrans" cxnId="{6A29EE02-6287-4B57-883F-0187BD4082E7}">
      <dgm:prSet/>
      <dgm:spPr/>
      <dgm:t>
        <a:bodyPr/>
        <a:lstStyle/>
        <a:p>
          <a:endParaRPr lang="de-DE"/>
        </a:p>
      </dgm:t>
    </dgm:pt>
    <dgm:pt modelId="{8FEBC206-5E73-4B57-8B3A-6EA62B638DF5}" type="sibTrans" cxnId="{6A29EE02-6287-4B57-883F-0187BD4082E7}">
      <dgm:prSet/>
      <dgm:spPr/>
      <dgm:t>
        <a:bodyPr/>
        <a:lstStyle/>
        <a:p>
          <a:endParaRPr lang="de-DE"/>
        </a:p>
      </dgm:t>
    </dgm:pt>
    <dgm:pt modelId="{A3F2FE19-4140-4C29-B0AB-2BDF6D482FA8}" type="pres">
      <dgm:prSet presAssocID="{52F1801A-D159-440C-BB01-FCADC644AEC1}" presName="Name0" presStyleCnt="0">
        <dgm:presLayoutVars>
          <dgm:dir/>
          <dgm:animLvl val="lvl"/>
          <dgm:resizeHandles val="exact"/>
        </dgm:presLayoutVars>
      </dgm:prSet>
      <dgm:spPr/>
    </dgm:pt>
    <dgm:pt modelId="{1E89BED8-69A3-403D-B3A5-5C5AAA4F7410}" type="pres">
      <dgm:prSet presAssocID="{52F1801A-D159-440C-BB01-FCADC644AEC1}" presName="dummy" presStyleCnt="0"/>
      <dgm:spPr/>
    </dgm:pt>
    <dgm:pt modelId="{1816F36A-FDCB-4493-990B-A4210FC37318}" type="pres">
      <dgm:prSet presAssocID="{52F1801A-D159-440C-BB01-FCADC644AEC1}" presName="linH" presStyleCnt="0"/>
      <dgm:spPr/>
    </dgm:pt>
    <dgm:pt modelId="{F7DB21EE-E4C7-4B9F-AD7E-57C20F562275}" type="pres">
      <dgm:prSet presAssocID="{52F1801A-D159-440C-BB01-FCADC644AEC1}" presName="padding1" presStyleCnt="0"/>
      <dgm:spPr/>
    </dgm:pt>
    <dgm:pt modelId="{B2C9763A-4F99-4B36-815C-A785D8AA2B82}" type="pres">
      <dgm:prSet presAssocID="{997E1ABC-DAAD-44A9-A4AE-0D7FA4CAF245}" presName="linV" presStyleCnt="0"/>
      <dgm:spPr/>
    </dgm:pt>
    <dgm:pt modelId="{A2309CE3-46D9-47EF-BFC8-CFCE34AE9D77}" type="pres">
      <dgm:prSet presAssocID="{997E1ABC-DAAD-44A9-A4AE-0D7FA4CAF245}" presName="spVertical1" presStyleCnt="0"/>
      <dgm:spPr/>
    </dgm:pt>
    <dgm:pt modelId="{F36E9A8E-4DF6-40DE-B5A0-5FFF4A2B88E7}" type="pres">
      <dgm:prSet presAssocID="{997E1ABC-DAAD-44A9-A4AE-0D7FA4CAF245}" presName="parTx" presStyleLbl="revTx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DBFD614-5F66-4570-BDB1-821ADD184144}" type="pres">
      <dgm:prSet presAssocID="{997E1ABC-DAAD-44A9-A4AE-0D7FA4CAF245}" presName="spVertical2" presStyleCnt="0"/>
      <dgm:spPr/>
    </dgm:pt>
    <dgm:pt modelId="{F408DBE2-08FE-45E9-BB8C-7417CD2D09D2}" type="pres">
      <dgm:prSet presAssocID="{997E1ABC-DAAD-44A9-A4AE-0D7FA4CAF245}" presName="spVertical3" presStyleCnt="0"/>
      <dgm:spPr/>
    </dgm:pt>
    <dgm:pt modelId="{A5FF7FF9-2DDE-4DB3-B719-38225C669EC3}" type="pres">
      <dgm:prSet presAssocID="{52F1801A-D159-440C-BB01-FCADC644AEC1}" presName="padding2" presStyleCnt="0"/>
      <dgm:spPr/>
    </dgm:pt>
    <dgm:pt modelId="{6A941D98-9257-4843-B984-00B8788956BA}" type="pres">
      <dgm:prSet presAssocID="{52F1801A-D159-440C-BB01-FCADC644AEC1}" presName="negArrow" presStyleCnt="0"/>
      <dgm:spPr/>
    </dgm:pt>
    <dgm:pt modelId="{59E01B33-1CBF-480D-82EC-9EEBE762E147}" type="pres">
      <dgm:prSet presAssocID="{52F1801A-D159-440C-BB01-FCADC644AEC1}" presName="backgroundArrow" presStyleLbl="node1" presStyleIdx="0" presStyleCnt="1"/>
      <dgm:spPr/>
    </dgm:pt>
  </dgm:ptLst>
  <dgm:cxnLst>
    <dgm:cxn modelId="{0D1F9A01-7996-42C7-BA08-12B5AD323776}" type="presOf" srcId="{997E1ABC-DAAD-44A9-A4AE-0D7FA4CAF245}" destId="{F36E9A8E-4DF6-40DE-B5A0-5FFF4A2B88E7}" srcOrd="0" destOrd="0" presId="urn:microsoft.com/office/officeart/2005/8/layout/hProcess3"/>
    <dgm:cxn modelId="{B4E20F8E-03F3-4362-BF37-414C277E2B90}" type="presOf" srcId="{52F1801A-D159-440C-BB01-FCADC644AEC1}" destId="{A3F2FE19-4140-4C29-B0AB-2BDF6D482FA8}" srcOrd="0" destOrd="0" presId="urn:microsoft.com/office/officeart/2005/8/layout/hProcess3"/>
    <dgm:cxn modelId="{6A29EE02-6287-4B57-883F-0187BD4082E7}" srcId="{52F1801A-D159-440C-BB01-FCADC644AEC1}" destId="{997E1ABC-DAAD-44A9-A4AE-0D7FA4CAF245}" srcOrd="0" destOrd="0" parTransId="{BB1F026A-1FF9-4FAC-A890-3F4E13D1DB5B}" sibTransId="{8FEBC206-5E73-4B57-8B3A-6EA62B638DF5}"/>
    <dgm:cxn modelId="{92632628-FD01-44E3-8783-2978A48EAFA5}" type="presParOf" srcId="{A3F2FE19-4140-4C29-B0AB-2BDF6D482FA8}" destId="{1E89BED8-69A3-403D-B3A5-5C5AAA4F7410}" srcOrd="0" destOrd="0" presId="urn:microsoft.com/office/officeart/2005/8/layout/hProcess3"/>
    <dgm:cxn modelId="{096873D4-BDE5-4E92-88F9-47FAA3A55B12}" type="presParOf" srcId="{A3F2FE19-4140-4C29-B0AB-2BDF6D482FA8}" destId="{1816F36A-FDCB-4493-990B-A4210FC37318}" srcOrd="1" destOrd="0" presId="urn:microsoft.com/office/officeart/2005/8/layout/hProcess3"/>
    <dgm:cxn modelId="{CABDA6C7-E57D-46F8-8485-9371880A71D4}" type="presParOf" srcId="{1816F36A-FDCB-4493-990B-A4210FC37318}" destId="{F7DB21EE-E4C7-4B9F-AD7E-57C20F562275}" srcOrd="0" destOrd="0" presId="urn:microsoft.com/office/officeart/2005/8/layout/hProcess3"/>
    <dgm:cxn modelId="{4CEA8C8A-41E3-49CA-90E4-97E6A67E0239}" type="presParOf" srcId="{1816F36A-FDCB-4493-990B-A4210FC37318}" destId="{B2C9763A-4F99-4B36-815C-A785D8AA2B82}" srcOrd="1" destOrd="0" presId="urn:microsoft.com/office/officeart/2005/8/layout/hProcess3"/>
    <dgm:cxn modelId="{E1385A51-303F-491C-97FA-59B5A7AE415F}" type="presParOf" srcId="{B2C9763A-4F99-4B36-815C-A785D8AA2B82}" destId="{A2309CE3-46D9-47EF-BFC8-CFCE34AE9D77}" srcOrd="0" destOrd="0" presId="urn:microsoft.com/office/officeart/2005/8/layout/hProcess3"/>
    <dgm:cxn modelId="{9908AA3D-75A0-45F1-8D31-1AC3B2A58626}" type="presParOf" srcId="{B2C9763A-4F99-4B36-815C-A785D8AA2B82}" destId="{F36E9A8E-4DF6-40DE-B5A0-5FFF4A2B88E7}" srcOrd="1" destOrd="0" presId="urn:microsoft.com/office/officeart/2005/8/layout/hProcess3"/>
    <dgm:cxn modelId="{921C2739-8404-46BB-A09C-79605DAEE70D}" type="presParOf" srcId="{B2C9763A-4F99-4B36-815C-A785D8AA2B82}" destId="{ADBFD614-5F66-4570-BDB1-821ADD184144}" srcOrd="2" destOrd="0" presId="urn:microsoft.com/office/officeart/2005/8/layout/hProcess3"/>
    <dgm:cxn modelId="{B28D5246-EBC9-4532-976D-AEA7CD991FB0}" type="presParOf" srcId="{B2C9763A-4F99-4B36-815C-A785D8AA2B82}" destId="{F408DBE2-08FE-45E9-BB8C-7417CD2D09D2}" srcOrd="3" destOrd="0" presId="urn:microsoft.com/office/officeart/2005/8/layout/hProcess3"/>
    <dgm:cxn modelId="{730D70A1-10C4-49DE-A9C2-7C564D138384}" type="presParOf" srcId="{1816F36A-FDCB-4493-990B-A4210FC37318}" destId="{A5FF7FF9-2DDE-4DB3-B719-38225C669EC3}" srcOrd="2" destOrd="0" presId="urn:microsoft.com/office/officeart/2005/8/layout/hProcess3"/>
    <dgm:cxn modelId="{B963419D-894B-410B-B1EF-9408AA6E54DB}" type="presParOf" srcId="{1816F36A-FDCB-4493-990B-A4210FC37318}" destId="{6A941D98-9257-4843-B984-00B8788956BA}" srcOrd="3" destOrd="0" presId="urn:microsoft.com/office/officeart/2005/8/layout/hProcess3"/>
    <dgm:cxn modelId="{CBD0905C-BCB1-4F05-BCED-9F1BE68731D8}" type="presParOf" srcId="{1816F36A-FDCB-4493-990B-A4210FC37318}" destId="{59E01B33-1CBF-480D-82EC-9EEBE762E147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A2F3AE-A074-4188-8A48-484FAB18B899}" type="doc">
      <dgm:prSet loTypeId="urn:microsoft.com/office/officeart/2005/8/layout/hProcess3" loCatId="process" qsTypeId="urn:microsoft.com/office/officeart/2005/8/quickstyle/3d5" qsCatId="3D" csTypeId="urn:microsoft.com/office/officeart/2005/8/colors/accent1_2" csCatId="accent1" phldr="1"/>
      <dgm:spPr/>
    </dgm:pt>
    <dgm:pt modelId="{71AF83E1-1DD8-425E-8FA7-1A2D41B8F66E}">
      <dgm:prSet phldrT="[Text]"/>
      <dgm:spPr/>
      <dgm:t>
        <a:bodyPr/>
        <a:lstStyle/>
        <a:p>
          <a:r>
            <a:rPr lang="de-DE" dirty="0" err="1" smtClean="0">
              <a:solidFill>
                <a:schemeClr val="bg1"/>
              </a:solidFill>
            </a:rPr>
            <a:t>Participant</a:t>
          </a:r>
          <a:r>
            <a:rPr lang="de-DE" dirty="0" smtClean="0">
              <a:solidFill>
                <a:schemeClr val="bg1"/>
              </a:solidFill>
            </a:rPr>
            <a:t> </a:t>
          </a:r>
          <a:r>
            <a:rPr lang="de-DE" dirty="0" err="1" smtClean="0">
              <a:solidFill>
                <a:schemeClr val="bg1"/>
              </a:solidFill>
            </a:rPr>
            <a:t>reaction</a:t>
          </a:r>
          <a:r>
            <a:rPr lang="de-DE" dirty="0" smtClean="0">
              <a:solidFill>
                <a:schemeClr val="bg1"/>
              </a:solidFill>
            </a:rPr>
            <a:t>, 0s – 11s</a:t>
          </a:r>
          <a:endParaRPr lang="de-DE" dirty="0">
            <a:solidFill>
              <a:schemeClr val="bg1"/>
            </a:solidFill>
          </a:endParaRPr>
        </a:p>
      </dgm:t>
    </dgm:pt>
    <dgm:pt modelId="{D568CD3D-605B-49A3-A9F4-29D01986CDC7}" type="parTrans" cxnId="{466AFEBE-B01D-4356-895B-B314DE95853A}">
      <dgm:prSet/>
      <dgm:spPr/>
      <dgm:t>
        <a:bodyPr/>
        <a:lstStyle/>
        <a:p>
          <a:endParaRPr lang="de-DE"/>
        </a:p>
      </dgm:t>
    </dgm:pt>
    <dgm:pt modelId="{34AE0798-F06E-4C94-8789-BFDFC5F3B548}" type="sibTrans" cxnId="{466AFEBE-B01D-4356-895B-B314DE95853A}">
      <dgm:prSet/>
      <dgm:spPr/>
      <dgm:t>
        <a:bodyPr/>
        <a:lstStyle/>
        <a:p>
          <a:endParaRPr lang="de-DE"/>
        </a:p>
      </dgm:t>
    </dgm:pt>
    <dgm:pt modelId="{642CADB3-62AD-4185-8686-13AEBFE641CA}" type="pres">
      <dgm:prSet presAssocID="{2FA2F3AE-A074-4188-8A48-484FAB18B899}" presName="Name0" presStyleCnt="0">
        <dgm:presLayoutVars>
          <dgm:dir/>
          <dgm:animLvl val="lvl"/>
          <dgm:resizeHandles val="exact"/>
        </dgm:presLayoutVars>
      </dgm:prSet>
      <dgm:spPr/>
    </dgm:pt>
    <dgm:pt modelId="{C3F017DC-622F-452A-8905-63F80038F08D}" type="pres">
      <dgm:prSet presAssocID="{2FA2F3AE-A074-4188-8A48-484FAB18B899}" presName="dummy" presStyleCnt="0"/>
      <dgm:spPr/>
    </dgm:pt>
    <dgm:pt modelId="{4E142B32-B082-48CA-B876-1E97598408FA}" type="pres">
      <dgm:prSet presAssocID="{2FA2F3AE-A074-4188-8A48-484FAB18B899}" presName="linH" presStyleCnt="0"/>
      <dgm:spPr/>
    </dgm:pt>
    <dgm:pt modelId="{A5D80EDE-9D38-4772-95B2-0E3BAE2EF26B}" type="pres">
      <dgm:prSet presAssocID="{2FA2F3AE-A074-4188-8A48-484FAB18B899}" presName="padding1" presStyleCnt="0"/>
      <dgm:spPr/>
    </dgm:pt>
    <dgm:pt modelId="{496BD00E-1859-4C50-B8DB-53182EC359A6}" type="pres">
      <dgm:prSet presAssocID="{71AF83E1-1DD8-425E-8FA7-1A2D41B8F66E}" presName="linV" presStyleCnt="0"/>
      <dgm:spPr/>
    </dgm:pt>
    <dgm:pt modelId="{194024F8-DFAE-42DE-BA22-73D8236E096B}" type="pres">
      <dgm:prSet presAssocID="{71AF83E1-1DD8-425E-8FA7-1A2D41B8F66E}" presName="spVertical1" presStyleCnt="0"/>
      <dgm:spPr/>
    </dgm:pt>
    <dgm:pt modelId="{ADEB3614-8B6F-4FAE-AF5E-4BCF711BDFF0}" type="pres">
      <dgm:prSet presAssocID="{71AF83E1-1DD8-425E-8FA7-1A2D41B8F66E}" presName="parTx" presStyleLbl="revTx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BA408579-D00F-4C68-915C-23F589E169C0}" type="pres">
      <dgm:prSet presAssocID="{71AF83E1-1DD8-425E-8FA7-1A2D41B8F66E}" presName="spVertical2" presStyleCnt="0"/>
      <dgm:spPr/>
    </dgm:pt>
    <dgm:pt modelId="{64903A6F-8331-4E5A-8CF5-19332B4641F5}" type="pres">
      <dgm:prSet presAssocID="{71AF83E1-1DD8-425E-8FA7-1A2D41B8F66E}" presName="spVertical3" presStyleCnt="0"/>
      <dgm:spPr/>
    </dgm:pt>
    <dgm:pt modelId="{BE0BA546-D2A8-4207-9977-01C206BF769E}" type="pres">
      <dgm:prSet presAssocID="{2FA2F3AE-A074-4188-8A48-484FAB18B899}" presName="padding2" presStyleCnt="0"/>
      <dgm:spPr/>
    </dgm:pt>
    <dgm:pt modelId="{80EF3287-DAB4-43F7-B111-E3D882DDE754}" type="pres">
      <dgm:prSet presAssocID="{2FA2F3AE-A074-4188-8A48-484FAB18B899}" presName="negArrow" presStyleCnt="0"/>
      <dgm:spPr/>
    </dgm:pt>
    <dgm:pt modelId="{56B4C7D0-E0E9-48C3-91DC-4F4582C8CBD9}" type="pres">
      <dgm:prSet presAssocID="{2FA2F3AE-A074-4188-8A48-484FAB18B899}" presName="backgroundArrow" presStyleLbl="node1" presStyleIdx="0" presStyleCnt="1"/>
      <dgm:spPr/>
    </dgm:pt>
  </dgm:ptLst>
  <dgm:cxnLst>
    <dgm:cxn modelId="{84F56B25-136C-4EE2-A8E5-9C357A57CA22}" type="presOf" srcId="{2FA2F3AE-A074-4188-8A48-484FAB18B899}" destId="{642CADB3-62AD-4185-8686-13AEBFE641CA}" srcOrd="0" destOrd="0" presId="urn:microsoft.com/office/officeart/2005/8/layout/hProcess3"/>
    <dgm:cxn modelId="{66A5D5F6-4C57-45B3-BEF8-56EE087394B0}" type="presOf" srcId="{71AF83E1-1DD8-425E-8FA7-1A2D41B8F66E}" destId="{ADEB3614-8B6F-4FAE-AF5E-4BCF711BDFF0}" srcOrd="0" destOrd="0" presId="urn:microsoft.com/office/officeart/2005/8/layout/hProcess3"/>
    <dgm:cxn modelId="{466AFEBE-B01D-4356-895B-B314DE95853A}" srcId="{2FA2F3AE-A074-4188-8A48-484FAB18B899}" destId="{71AF83E1-1DD8-425E-8FA7-1A2D41B8F66E}" srcOrd="0" destOrd="0" parTransId="{D568CD3D-605B-49A3-A9F4-29D01986CDC7}" sibTransId="{34AE0798-F06E-4C94-8789-BFDFC5F3B548}"/>
    <dgm:cxn modelId="{AA7911F6-0716-4963-9F2A-079F977E0FFE}" type="presParOf" srcId="{642CADB3-62AD-4185-8686-13AEBFE641CA}" destId="{C3F017DC-622F-452A-8905-63F80038F08D}" srcOrd="0" destOrd="0" presId="urn:microsoft.com/office/officeart/2005/8/layout/hProcess3"/>
    <dgm:cxn modelId="{3AF28498-1F2C-47D8-9D24-D9FBAA31C79D}" type="presParOf" srcId="{642CADB3-62AD-4185-8686-13AEBFE641CA}" destId="{4E142B32-B082-48CA-B876-1E97598408FA}" srcOrd="1" destOrd="0" presId="urn:microsoft.com/office/officeart/2005/8/layout/hProcess3"/>
    <dgm:cxn modelId="{E89B59CE-CF90-4D65-9B38-42B1EC0E62F7}" type="presParOf" srcId="{4E142B32-B082-48CA-B876-1E97598408FA}" destId="{A5D80EDE-9D38-4772-95B2-0E3BAE2EF26B}" srcOrd="0" destOrd="0" presId="urn:microsoft.com/office/officeart/2005/8/layout/hProcess3"/>
    <dgm:cxn modelId="{0F770C94-174C-438A-A361-6927247927C5}" type="presParOf" srcId="{4E142B32-B082-48CA-B876-1E97598408FA}" destId="{496BD00E-1859-4C50-B8DB-53182EC359A6}" srcOrd="1" destOrd="0" presId="urn:microsoft.com/office/officeart/2005/8/layout/hProcess3"/>
    <dgm:cxn modelId="{9BD9E3B5-FE2E-4303-9D5C-96875A5CD150}" type="presParOf" srcId="{496BD00E-1859-4C50-B8DB-53182EC359A6}" destId="{194024F8-DFAE-42DE-BA22-73D8236E096B}" srcOrd="0" destOrd="0" presId="urn:microsoft.com/office/officeart/2005/8/layout/hProcess3"/>
    <dgm:cxn modelId="{70746CB0-A62B-4D48-86AB-9B58FAA2BC65}" type="presParOf" srcId="{496BD00E-1859-4C50-B8DB-53182EC359A6}" destId="{ADEB3614-8B6F-4FAE-AF5E-4BCF711BDFF0}" srcOrd="1" destOrd="0" presId="urn:microsoft.com/office/officeart/2005/8/layout/hProcess3"/>
    <dgm:cxn modelId="{71AD771F-07A6-4A77-907F-317345E8B69B}" type="presParOf" srcId="{496BD00E-1859-4C50-B8DB-53182EC359A6}" destId="{BA408579-D00F-4C68-915C-23F589E169C0}" srcOrd="2" destOrd="0" presId="urn:microsoft.com/office/officeart/2005/8/layout/hProcess3"/>
    <dgm:cxn modelId="{56DE09BD-B84D-41BA-9814-B9542145B799}" type="presParOf" srcId="{496BD00E-1859-4C50-B8DB-53182EC359A6}" destId="{64903A6F-8331-4E5A-8CF5-19332B4641F5}" srcOrd="3" destOrd="0" presId="urn:microsoft.com/office/officeart/2005/8/layout/hProcess3"/>
    <dgm:cxn modelId="{2C704B2A-74BF-4AE2-8BA9-AC185B0C4DAF}" type="presParOf" srcId="{4E142B32-B082-48CA-B876-1E97598408FA}" destId="{BE0BA546-D2A8-4207-9977-01C206BF769E}" srcOrd="2" destOrd="0" presId="urn:microsoft.com/office/officeart/2005/8/layout/hProcess3"/>
    <dgm:cxn modelId="{01DFF0ED-F52D-44D3-B546-FF95BB135907}" type="presParOf" srcId="{4E142B32-B082-48CA-B876-1E97598408FA}" destId="{80EF3287-DAB4-43F7-B111-E3D882DDE754}" srcOrd="3" destOrd="0" presId="urn:microsoft.com/office/officeart/2005/8/layout/hProcess3"/>
    <dgm:cxn modelId="{992D26A7-0EE1-499A-99CC-91308B98526E}" type="presParOf" srcId="{4E142B32-B082-48CA-B876-1E97598408FA}" destId="{56B4C7D0-E0E9-48C3-91DC-4F4582C8CBD9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2F1801A-D159-440C-BB01-FCADC644AEC1}" type="doc">
      <dgm:prSet loTypeId="urn:microsoft.com/office/officeart/2005/8/layout/hProcess3" loCatId="process" qsTypeId="urn:microsoft.com/office/officeart/2005/8/quickstyle/3d5" qsCatId="3D" csTypeId="urn:microsoft.com/office/officeart/2005/8/colors/accent1_2" csCatId="accent1" phldr="1"/>
      <dgm:spPr/>
    </dgm:pt>
    <dgm:pt modelId="{997E1ABC-DAAD-44A9-A4AE-0D7FA4CAF245}">
      <dgm:prSet phldrT="[Text]" custT="1"/>
      <dgm:spPr/>
      <dgm:t>
        <a:bodyPr/>
        <a:lstStyle/>
        <a:p>
          <a:r>
            <a:rPr lang="de-DE" sz="2000" dirty="0" smtClean="0">
              <a:solidFill>
                <a:schemeClr val="bg1"/>
              </a:solidFill>
            </a:rPr>
            <a:t>ISI, 2s</a:t>
          </a:r>
          <a:endParaRPr lang="de-DE" sz="2000" dirty="0">
            <a:solidFill>
              <a:schemeClr val="bg1"/>
            </a:solidFill>
          </a:endParaRPr>
        </a:p>
      </dgm:t>
    </dgm:pt>
    <dgm:pt modelId="{BB1F026A-1FF9-4FAC-A890-3F4E13D1DB5B}" type="parTrans" cxnId="{6A29EE02-6287-4B57-883F-0187BD4082E7}">
      <dgm:prSet/>
      <dgm:spPr/>
      <dgm:t>
        <a:bodyPr/>
        <a:lstStyle/>
        <a:p>
          <a:endParaRPr lang="de-DE"/>
        </a:p>
      </dgm:t>
    </dgm:pt>
    <dgm:pt modelId="{8FEBC206-5E73-4B57-8B3A-6EA62B638DF5}" type="sibTrans" cxnId="{6A29EE02-6287-4B57-883F-0187BD4082E7}">
      <dgm:prSet/>
      <dgm:spPr/>
      <dgm:t>
        <a:bodyPr/>
        <a:lstStyle/>
        <a:p>
          <a:endParaRPr lang="de-DE"/>
        </a:p>
      </dgm:t>
    </dgm:pt>
    <dgm:pt modelId="{A3F2FE19-4140-4C29-B0AB-2BDF6D482FA8}" type="pres">
      <dgm:prSet presAssocID="{52F1801A-D159-440C-BB01-FCADC644AEC1}" presName="Name0" presStyleCnt="0">
        <dgm:presLayoutVars>
          <dgm:dir/>
          <dgm:animLvl val="lvl"/>
          <dgm:resizeHandles val="exact"/>
        </dgm:presLayoutVars>
      </dgm:prSet>
      <dgm:spPr/>
    </dgm:pt>
    <dgm:pt modelId="{1E89BED8-69A3-403D-B3A5-5C5AAA4F7410}" type="pres">
      <dgm:prSet presAssocID="{52F1801A-D159-440C-BB01-FCADC644AEC1}" presName="dummy" presStyleCnt="0"/>
      <dgm:spPr/>
    </dgm:pt>
    <dgm:pt modelId="{1816F36A-FDCB-4493-990B-A4210FC37318}" type="pres">
      <dgm:prSet presAssocID="{52F1801A-D159-440C-BB01-FCADC644AEC1}" presName="linH" presStyleCnt="0"/>
      <dgm:spPr/>
    </dgm:pt>
    <dgm:pt modelId="{F7DB21EE-E4C7-4B9F-AD7E-57C20F562275}" type="pres">
      <dgm:prSet presAssocID="{52F1801A-D159-440C-BB01-FCADC644AEC1}" presName="padding1" presStyleCnt="0"/>
      <dgm:spPr/>
    </dgm:pt>
    <dgm:pt modelId="{B2C9763A-4F99-4B36-815C-A785D8AA2B82}" type="pres">
      <dgm:prSet presAssocID="{997E1ABC-DAAD-44A9-A4AE-0D7FA4CAF245}" presName="linV" presStyleCnt="0"/>
      <dgm:spPr/>
    </dgm:pt>
    <dgm:pt modelId="{A2309CE3-46D9-47EF-BFC8-CFCE34AE9D77}" type="pres">
      <dgm:prSet presAssocID="{997E1ABC-DAAD-44A9-A4AE-0D7FA4CAF245}" presName="spVertical1" presStyleCnt="0"/>
      <dgm:spPr/>
    </dgm:pt>
    <dgm:pt modelId="{F36E9A8E-4DF6-40DE-B5A0-5FFF4A2B88E7}" type="pres">
      <dgm:prSet presAssocID="{997E1ABC-DAAD-44A9-A4AE-0D7FA4CAF245}" presName="parTx" presStyleLbl="revTx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DBFD614-5F66-4570-BDB1-821ADD184144}" type="pres">
      <dgm:prSet presAssocID="{997E1ABC-DAAD-44A9-A4AE-0D7FA4CAF245}" presName="spVertical2" presStyleCnt="0"/>
      <dgm:spPr/>
    </dgm:pt>
    <dgm:pt modelId="{F408DBE2-08FE-45E9-BB8C-7417CD2D09D2}" type="pres">
      <dgm:prSet presAssocID="{997E1ABC-DAAD-44A9-A4AE-0D7FA4CAF245}" presName="spVertical3" presStyleCnt="0"/>
      <dgm:spPr/>
    </dgm:pt>
    <dgm:pt modelId="{A5FF7FF9-2DDE-4DB3-B719-38225C669EC3}" type="pres">
      <dgm:prSet presAssocID="{52F1801A-D159-440C-BB01-FCADC644AEC1}" presName="padding2" presStyleCnt="0"/>
      <dgm:spPr/>
    </dgm:pt>
    <dgm:pt modelId="{6A941D98-9257-4843-B984-00B8788956BA}" type="pres">
      <dgm:prSet presAssocID="{52F1801A-D159-440C-BB01-FCADC644AEC1}" presName="negArrow" presStyleCnt="0"/>
      <dgm:spPr/>
    </dgm:pt>
    <dgm:pt modelId="{59E01B33-1CBF-480D-82EC-9EEBE762E147}" type="pres">
      <dgm:prSet presAssocID="{52F1801A-D159-440C-BB01-FCADC644AEC1}" presName="backgroundArrow" presStyleLbl="node1" presStyleIdx="0" presStyleCnt="1" custLinFactNeighborX="37944" custLinFactNeighborY="-40509"/>
      <dgm:spPr/>
    </dgm:pt>
  </dgm:ptLst>
  <dgm:cxnLst>
    <dgm:cxn modelId="{0D1F9A01-7996-42C7-BA08-12B5AD323776}" type="presOf" srcId="{997E1ABC-DAAD-44A9-A4AE-0D7FA4CAF245}" destId="{F36E9A8E-4DF6-40DE-B5A0-5FFF4A2B88E7}" srcOrd="0" destOrd="0" presId="urn:microsoft.com/office/officeart/2005/8/layout/hProcess3"/>
    <dgm:cxn modelId="{B4E20F8E-03F3-4362-BF37-414C277E2B90}" type="presOf" srcId="{52F1801A-D159-440C-BB01-FCADC644AEC1}" destId="{A3F2FE19-4140-4C29-B0AB-2BDF6D482FA8}" srcOrd="0" destOrd="0" presId="urn:microsoft.com/office/officeart/2005/8/layout/hProcess3"/>
    <dgm:cxn modelId="{6A29EE02-6287-4B57-883F-0187BD4082E7}" srcId="{52F1801A-D159-440C-BB01-FCADC644AEC1}" destId="{997E1ABC-DAAD-44A9-A4AE-0D7FA4CAF245}" srcOrd="0" destOrd="0" parTransId="{BB1F026A-1FF9-4FAC-A890-3F4E13D1DB5B}" sibTransId="{8FEBC206-5E73-4B57-8B3A-6EA62B638DF5}"/>
    <dgm:cxn modelId="{92632628-FD01-44E3-8783-2978A48EAFA5}" type="presParOf" srcId="{A3F2FE19-4140-4C29-B0AB-2BDF6D482FA8}" destId="{1E89BED8-69A3-403D-B3A5-5C5AAA4F7410}" srcOrd="0" destOrd="0" presId="urn:microsoft.com/office/officeart/2005/8/layout/hProcess3"/>
    <dgm:cxn modelId="{096873D4-BDE5-4E92-88F9-47FAA3A55B12}" type="presParOf" srcId="{A3F2FE19-4140-4C29-B0AB-2BDF6D482FA8}" destId="{1816F36A-FDCB-4493-990B-A4210FC37318}" srcOrd="1" destOrd="0" presId="urn:microsoft.com/office/officeart/2005/8/layout/hProcess3"/>
    <dgm:cxn modelId="{CABDA6C7-E57D-46F8-8485-9371880A71D4}" type="presParOf" srcId="{1816F36A-FDCB-4493-990B-A4210FC37318}" destId="{F7DB21EE-E4C7-4B9F-AD7E-57C20F562275}" srcOrd="0" destOrd="0" presId="urn:microsoft.com/office/officeart/2005/8/layout/hProcess3"/>
    <dgm:cxn modelId="{4CEA8C8A-41E3-49CA-90E4-97E6A67E0239}" type="presParOf" srcId="{1816F36A-FDCB-4493-990B-A4210FC37318}" destId="{B2C9763A-4F99-4B36-815C-A785D8AA2B82}" srcOrd="1" destOrd="0" presId="urn:microsoft.com/office/officeart/2005/8/layout/hProcess3"/>
    <dgm:cxn modelId="{E1385A51-303F-491C-97FA-59B5A7AE415F}" type="presParOf" srcId="{B2C9763A-4F99-4B36-815C-A785D8AA2B82}" destId="{A2309CE3-46D9-47EF-BFC8-CFCE34AE9D77}" srcOrd="0" destOrd="0" presId="urn:microsoft.com/office/officeart/2005/8/layout/hProcess3"/>
    <dgm:cxn modelId="{9908AA3D-75A0-45F1-8D31-1AC3B2A58626}" type="presParOf" srcId="{B2C9763A-4F99-4B36-815C-A785D8AA2B82}" destId="{F36E9A8E-4DF6-40DE-B5A0-5FFF4A2B88E7}" srcOrd="1" destOrd="0" presId="urn:microsoft.com/office/officeart/2005/8/layout/hProcess3"/>
    <dgm:cxn modelId="{921C2739-8404-46BB-A09C-79605DAEE70D}" type="presParOf" srcId="{B2C9763A-4F99-4B36-815C-A785D8AA2B82}" destId="{ADBFD614-5F66-4570-BDB1-821ADD184144}" srcOrd="2" destOrd="0" presId="urn:microsoft.com/office/officeart/2005/8/layout/hProcess3"/>
    <dgm:cxn modelId="{B28D5246-EBC9-4532-976D-AEA7CD991FB0}" type="presParOf" srcId="{B2C9763A-4F99-4B36-815C-A785D8AA2B82}" destId="{F408DBE2-08FE-45E9-BB8C-7417CD2D09D2}" srcOrd="3" destOrd="0" presId="urn:microsoft.com/office/officeart/2005/8/layout/hProcess3"/>
    <dgm:cxn modelId="{730D70A1-10C4-49DE-A9C2-7C564D138384}" type="presParOf" srcId="{1816F36A-FDCB-4493-990B-A4210FC37318}" destId="{A5FF7FF9-2DDE-4DB3-B719-38225C669EC3}" srcOrd="2" destOrd="0" presId="urn:microsoft.com/office/officeart/2005/8/layout/hProcess3"/>
    <dgm:cxn modelId="{B963419D-894B-410B-B1EF-9408AA6E54DB}" type="presParOf" srcId="{1816F36A-FDCB-4493-990B-A4210FC37318}" destId="{6A941D98-9257-4843-B984-00B8788956BA}" srcOrd="3" destOrd="0" presId="urn:microsoft.com/office/officeart/2005/8/layout/hProcess3"/>
    <dgm:cxn modelId="{CBD0905C-BCB1-4F05-BCED-9F1BE68731D8}" type="presParOf" srcId="{1816F36A-FDCB-4493-990B-A4210FC37318}" destId="{59E01B33-1CBF-480D-82EC-9EEBE762E147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53DED30-9A0B-460E-A673-511B3B4B632C}" type="doc">
      <dgm:prSet loTypeId="urn:microsoft.com/office/officeart/2005/8/layout/hProcess9" loCatId="process" qsTypeId="urn:microsoft.com/office/officeart/2005/8/quickstyle/3d5" qsCatId="3D" csTypeId="urn:microsoft.com/office/officeart/2005/8/colors/accent1_2" csCatId="accent1" phldr="1"/>
      <dgm:spPr/>
    </dgm:pt>
    <dgm:pt modelId="{6EFE78BE-7F68-4B97-99E9-71CEFAF9FE24}">
      <dgm:prSet phldrT="[Text]"/>
      <dgm:spPr/>
      <dgm:t>
        <a:bodyPr/>
        <a:lstStyle/>
        <a:p>
          <a:r>
            <a:rPr lang="de-DE" dirty="0" err="1" smtClean="0"/>
            <a:t>Reject</a:t>
          </a:r>
          <a:endParaRPr lang="de-DE" dirty="0" smtClean="0"/>
        </a:p>
      </dgm:t>
    </dgm:pt>
    <dgm:pt modelId="{39C6309D-ECCE-420E-A6E7-DD2F62C337CC}" type="parTrans" cxnId="{420CBE45-8293-4FF6-8A3C-DE5CFCE8CD03}">
      <dgm:prSet/>
      <dgm:spPr/>
      <dgm:t>
        <a:bodyPr/>
        <a:lstStyle/>
        <a:p>
          <a:endParaRPr lang="de-DE"/>
        </a:p>
      </dgm:t>
    </dgm:pt>
    <dgm:pt modelId="{37F684CF-FAF5-4565-882C-9F8D8DED85BA}" type="sibTrans" cxnId="{420CBE45-8293-4FF6-8A3C-DE5CFCE8CD03}">
      <dgm:prSet/>
      <dgm:spPr/>
      <dgm:t>
        <a:bodyPr/>
        <a:lstStyle/>
        <a:p>
          <a:endParaRPr lang="de-DE"/>
        </a:p>
      </dgm:t>
    </dgm:pt>
    <dgm:pt modelId="{B62CC625-0EF3-496F-B573-18ED2ABBD0DC}" type="pres">
      <dgm:prSet presAssocID="{553DED30-9A0B-460E-A673-511B3B4B632C}" presName="CompostProcess" presStyleCnt="0">
        <dgm:presLayoutVars>
          <dgm:dir/>
          <dgm:resizeHandles val="exact"/>
        </dgm:presLayoutVars>
      </dgm:prSet>
      <dgm:spPr/>
    </dgm:pt>
    <dgm:pt modelId="{37E241A4-A433-49B3-8BED-A3571FD3B301}" type="pres">
      <dgm:prSet presAssocID="{553DED30-9A0B-460E-A673-511B3B4B632C}" presName="arrow" presStyleLbl="bgShp" presStyleIdx="0" presStyleCnt="1" custScaleX="117647" custLinFactNeighborX="-3456" custLinFactNeighborY="37507"/>
      <dgm:spPr/>
    </dgm:pt>
    <dgm:pt modelId="{133B714D-A4F4-4A43-8887-B9A8A65EFE98}" type="pres">
      <dgm:prSet presAssocID="{553DED30-9A0B-460E-A673-511B3B4B632C}" presName="linearProcess" presStyleCnt="0"/>
      <dgm:spPr/>
    </dgm:pt>
    <dgm:pt modelId="{81B5456D-9FBF-4E7B-BCC6-DD8528AF4B1C}" type="pres">
      <dgm:prSet presAssocID="{6EFE78BE-7F68-4B97-99E9-71CEFAF9FE24}" presName="text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3B3D496C-5885-4790-B3C5-4B7B9C8F41E9}" type="presOf" srcId="{553DED30-9A0B-460E-A673-511B3B4B632C}" destId="{B62CC625-0EF3-496F-B573-18ED2ABBD0DC}" srcOrd="0" destOrd="0" presId="urn:microsoft.com/office/officeart/2005/8/layout/hProcess9"/>
    <dgm:cxn modelId="{BED9B5E3-C5C7-4063-ADF4-1C99BCE9BE24}" type="presOf" srcId="{6EFE78BE-7F68-4B97-99E9-71CEFAF9FE24}" destId="{81B5456D-9FBF-4E7B-BCC6-DD8528AF4B1C}" srcOrd="0" destOrd="0" presId="urn:microsoft.com/office/officeart/2005/8/layout/hProcess9"/>
    <dgm:cxn modelId="{420CBE45-8293-4FF6-8A3C-DE5CFCE8CD03}" srcId="{553DED30-9A0B-460E-A673-511B3B4B632C}" destId="{6EFE78BE-7F68-4B97-99E9-71CEFAF9FE24}" srcOrd="0" destOrd="0" parTransId="{39C6309D-ECCE-420E-A6E7-DD2F62C337CC}" sibTransId="{37F684CF-FAF5-4565-882C-9F8D8DED85BA}"/>
    <dgm:cxn modelId="{CABB884D-AF44-418E-B3F6-A458F705C88D}" type="presParOf" srcId="{B62CC625-0EF3-496F-B573-18ED2ABBD0DC}" destId="{37E241A4-A433-49B3-8BED-A3571FD3B301}" srcOrd="0" destOrd="0" presId="urn:microsoft.com/office/officeart/2005/8/layout/hProcess9"/>
    <dgm:cxn modelId="{C89326DF-0FB1-497A-8080-42551D65927E}" type="presParOf" srcId="{B62CC625-0EF3-496F-B573-18ED2ABBD0DC}" destId="{133B714D-A4F4-4A43-8887-B9A8A65EFE98}" srcOrd="1" destOrd="0" presId="urn:microsoft.com/office/officeart/2005/8/layout/hProcess9"/>
    <dgm:cxn modelId="{B02D60A7-C01D-484A-8A6D-F89C256DAF1B}" type="presParOf" srcId="{133B714D-A4F4-4A43-8887-B9A8A65EFE98}" destId="{81B5456D-9FBF-4E7B-BCC6-DD8528AF4B1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53DED30-9A0B-460E-A673-511B3B4B632C}" type="doc">
      <dgm:prSet loTypeId="urn:microsoft.com/office/officeart/2005/8/layout/hProcess9" loCatId="process" qsTypeId="urn:microsoft.com/office/officeart/2005/8/quickstyle/3d5" qsCatId="3D" csTypeId="urn:microsoft.com/office/officeart/2005/8/colors/accent1_2" csCatId="accent1" phldr="1"/>
      <dgm:spPr/>
    </dgm:pt>
    <dgm:pt modelId="{6EFE78BE-7F68-4B97-99E9-71CEFAF9FE24}">
      <dgm:prSet phldrT="[Text]"/>
      <dgm:spPr/>
      <dgm:t>
        <a:bodyPr/>
        <a:lstStyle/>
        <a:p>
          <a:r>
            <a:rPr lang="de-DE" dirty="0" smtClean="0"/>
            <a:t>Miss</a:t>
          </a:r>
        </a:p>
      </dgm:t>
    </dgm:pt>
    <dgm:pt modelId="{39C6309D-ECCE-420E-A6E7-DD2F62C337CC}" type="parTrans" cxnId="{420CBE45-8293-4FF6-8A3C-DE5CFCE8CD03}">
      <dgm:prSet/>
      <dgm:spPr/>
      <dgm:t>
        <a:bodyPr/>
        <a:lstStyle/>
        <a:p>
          <a:endParaRPr lang="de-DE"/>
        </a:p>
      </dgm:t>
    </dgm:pt>
    <dgm:pt modelId="{37F684CF-FAF5-4565-882C-9F8D8DED85BA}" type="sibTrans" cxnId="{420CBE45-8293-4FF6-8A3C-DE5CFCE8CD03}">
      <dgm:prSet/>
      <dgm:spPr/>
      <dgm:t>
        <a:bodyPr/>
        <a:lstStyle/>
        <a:p>
          <a:endParaRPr lang="de-DE"/>
        </a:p>
      </dgm:t>
    </dgm:pt>
    <dgm:pt modelId="{74BB2005-9443-4DAB-BFC4-FAC912A1965D}">
      <dgm:prSet phldrT="[Text]"/>
      <dgm:spPr/>
      <dgm:t>
        <a:bodyPr/>
        <a:lstStyle/>
        <a:p>
          <a:r>
            <a:rPr lang="de-DE" dirty="0" smtClean="0"/>
            <a:t>Timeout </a:t>
          </a:r>
          <a:r>
            <a:rPr lang="de-DE" dirty="0" err="1" smtClean="0"/>
            <a:t>punishment</a:t>
          </a:r>
          <a:r>
            <a:rPr lang="de-DE" dirty="0" smtClean="0"/>
            <a:t>, 8s</a:t>
          </a:r>
        </a:p>
      </dgm:t>
    </dgm:pt>
    <dgm:pt modelId="{25C233C9-8F3D-4419-9F86-465B75E91F1E}" type="parTrans" cxnId="{2F1547DC-3A14-4CFD-8616-F801258CEF9A}">
      <dgm:prSet/>
      <dgm:spPr/>
      <dgm:t>
        <a:bodyPr/>
        <a:lstStyle/>
        <a:p>
          <a:endParaRPr lang="de-DE"/>
        </a:p>
      </dgm:t>
    </dgm:pt>
    <dgm:pt modelId="{8D0A9DC3-5F97-4C58-A9E7-AD4CED033ECE}" type="sibTrans" cxnId="{2F1547DC-3A14-4CFD-8616-F801258CEF9A}">
      <dgm:prSet/>
      <dgm:spPr/>
      <dgm:t>
        <a:bodyPr/>
        <a:lstStyle/>
        <a:p>
          <a:endParaRPr lang="de-DE"/>
        </a:p>
      </dgm:t>
    </dgm:pt>
    <dgm:pt modelId="{B62CC625-0EF3-496F-B573-18ED2ABBD0DC}" type="pres">
      <dgm:prSet presAssocID="{553DED30-9A0B-460E-A673-511B3B4B632C}" presName="CompostProcess" presStyleCnt="0">
        <dgm:presLayoutVars>
          <dgm:dir/>
          <dgm:resizeHandles val="exact"/>
        </dgm:presLayoutVars>
      </dgm:prSet>
      <dgm:spPr/>
    </dgm:pt>
    <dgm:pt modelId="{37E241A4-A433-49B3-8BED-A3571FD3B301}" type="pres">
      <dgm:prSet presAssocID="{553DED30-9A0B-460E-A673-511B3B4B632C}" presName="arrow" presStyleLbl="bgShp" presStyleIdx="0" presStyleCnt="1" custScaleX="117647" custLinFactNeighborX="-3456" custLinFactNeighborY="37507"/>
      <dgm:spPr/>
    </dgm:pt>
    <dgm:pt modelId="{133B714D-A4F4-4A43-8887-B9A8A65EFE98}" type="pres">
      <dgm:prSet presAssocID="{553DED30-9A0B-460E-A673-511B3B4B632C}" presName="linearProcess" presStyleCnt="0"/>
      <dgm:spPr/>
    </dgm:pt>
    <dgm:pt modelId="{81B5456D-9FBF-4E7B-BCC6-DD8528AF4B1C}" type="pres">
      <dgm:prSet presAssocID="{6EFE78BE-7F68-4B97-99E9-71CEFAF9FE24}" presName="text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FD04797-768F-4257-9A71-4BB4643581DD}" type="pres">
      <dgm:prSet presAssocID="{37F684CF-FAF5-4565-882C-9F8D8DED85BA}" presName="sibTrans" presStyleCnt="0"/>
      <dgm:spPr/>
    </dgm:pt>
    <dgm:pt modelId="{33B9DD71-04E2-438F-B496-A3B5BA7B8436}" type="pres">
      <dgm:prSet presAssocID="{74BB2005-9443-4DAB-BFC4-FAC912A1965D}" presName="text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3B3D496C-5885-4790-B3C5-4B7B9C8F41E9}" type="presOf" srcId="{553DED30-9A0B-460E-A673-511B3B4B632C}" destId="{B62CC625-0EF3-496F-B573-18ED2ABBD0DC}" srcOrd="0" destOrd="0" presId="urn:microsoft.com/office/officeart/2005/8/layout/hProcess9"/>
    <dgm:cxn modelId="{420CBE45-8293-4FF6-8A3C-DE5CFCE8CD03}" srcId="{553DED30-9A0B-460E-A673-511B3B4B632C}" destId="{6EFE78BE-7F68-4B97-99E9-71CEFAF9FE24}" srcOrd="0" destOrd="0" parTransId="{39C6309D-ECCE-420E-A6E7-DD2F62C337CC}" sibTransId="{37F684CF-FAF5-4565-882C-9F8D8DED85BA}"/>
    <dgm:cxn modelId="{BED9B5E3-C5C7-4063-ADF4-1C99BCE9BE24}" type="presOf" srcId="{6EFE78BE-7F68-4B97-99E9-71CEFAF9FE24}" destId="{81B5456D-9FBF-4E7B-BCC6-DD8528AF4B1C}" srcOrd="0" destOrd="0" presId="urn:microsoft.com/office/officeart/2005/8/layout/hProcess9"/>
    <dgm:cxn modelId="{CBED507C-9A02-445C-B8FF-6A4AB551112D}" type="presOf" srcId="{74BB2005-9443-4DAB-BFC4-FAC912A1965D}" destId="{33B9DD71-04E2-438F-B496-A3B5BA7B8436}" srcOrd="0" destOrd="0" presId="urn:microsoft.com/office/officeart/2005/8/layout/hProcess9"/>
    <dgm:cxn modelId="{2F1547DC-3A14-4CFD-8616-F801258CEF9A}" srcId="{553DED30-9A0B-460E-A673-511B3B4B632C}" destId="{74BB2005-9443-4DAB-BFC4-FAC912A1965D}" srcOrd="1" destOrd="0" parTransId="{25C233C9-8F3D-4419-9F86-465B75E91F1E}" sibTransId="{8D0A9DC3-5F97-4C58-A9E7-AD4CED033ECE}"/>
    <dgm:cxn modelId="{CABB884D-AF44-418E-B3F6-A458F705C88D}" type="presParOf" srcId="{B62CC625-0EF3-496F-B573-18ED2ABBD0DC}" destId="{37E241A4-A433-49B3-8BED-A3571FD3B301}" srcOrd="0" destOrd="0" presId="urn:microsoft.com/office/officeart/2005/8/layout/hProcess9"/>
    <dgm:cxn modelId="{C89326DF-0FB1-497A-8080-42551D65927E}" type="presParOf" srcId="{B62CC625-0EF3-496F-B573-18ED2ABBD0DC}" destId="{133B714D-A4F4-4A43-8887-B9A8A65EFE98}" srcOrd="1" destOrd="0" presId="urn:microsoft.com/office/officeart/2005/8/layout/hProcess9"/>
    <dgm:cxn modelId="{B02D60A7-C01D-484A-8A6D-F89C256DAF1B}" type="presParOf" srcId="{133B714D-A4F4-4A43-8887-B9A8A65EFE98}" destId="{81B5456D-9FBF-4E7B-BCC6-DD8528AF4B1C}" srcOrd="0" destOrd="0" presId="urn:microsoft.com/office/officeart/2005/8/layout/hProcess9"/>
    <dgm:cxn modelId="{A4C04A01-D902-48A5-B51F-4EC8B93BE13D}" type="presParOf" srcId="{133B714D-A4F4-4A43-8887-B9A8A65EFE98}" destId="{5FD04797-768F-4257-9A71-4BB4643581DD}" srcOrd="1" destOrd="0" presId="urn:microsoft.com/office/officeart/2005/8/layout/hProcess9"/>
    <dgm:cxn modelId="{3010C3FD-D686-431F-B801-87DB596FC1F0}" type="presParOf" srcId="{133B714D-A4F4-4A43-8887-B9A8A65EFE98}" destId="{33B9DD71-04E2-438F-B496-A3B5BA7B8436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3DED30-9A0B-460E-A673-511B3B4B632C}" type="doc">
      <dgm:prSet loTypeId="urn:microsoft.com/office/officeart/2005/8/layout/hProcess9" loCatId="process" qsTypeId="urn:microsoft.com/office/officeart/2005/8/quickstyle/3d5" qsCatId="3D" csTypeId="urn:microsoft.com/office/officeart/2005/8/colors/accent1_2" csCatId="accent1" phldr="1"/>
      <dgm:spPr/>
    </dgm:pt>
    <dgm:pt modelId="{6EFE78BE-7F68-4B97-99E9-71CEFAF9FE24}">
      <dgm:prSet phldrT="[Text]"/>
      <dgm:spPr/>
      <dgm:t>
        <a:bodyPr/>
        <a:lstStyle/>
        <a:p>
          <a:r>
            <a:rPr lang="de-DE" dirty="0" err="1" smtClean="0"/>
            <a:t>Accept</a:t>
          </a:r>
          <a:endParaRPr lang="de-DE" dirty="0" smtClean="0"/>
        </a:p>
      </dgm:t>
    </dgm:pt>
    <dgm:pt modelId="{39C6309D-ECCE-420E-A6E7-DD2F62C337CC}" type="parTrans" cxnId="{420CBE45-8293-4FF6-8A3C-DE5CFCE8CD03}">
      <dgm:prSet/>
      <dgm:spPr/>
      <dgm:t>
        <a:bodyPr/>
        <a:lstStyle/>
        <a:p>
          <a:endParaRPr lang="de-DE"/>
        </a:p>
      </dgm:t>
    </dgm:pt>
    <dgm:pt modelId="{37F684CF-FAF5-4565-882C-9F8D8DED85BA}" type="sibTrans" cxnId="{420CBE45-8293-4FF6-8A3C-DE5CFCE8CD03}">
      <dgm:prSet/>
      <dgm:spPr/>
      <dgm:t>
        <a:bodyPr/>
        <a:lstStyle/>
        <a:p>
          <a:endParaRPr lang="de-DE"/>
        </a:p>
      </dgm:t>
    </dgm:pt>
    <dgm:pt modelId="{EF8EC858-DC46-4716-97C8-232C7F11D32B}">
      <dgm:prSet phldrT="[Text]"/>
      <dgm:spPr/>
      <dgm:t>
        <a:bodyPr/>
        <a:lstStyle/>
        <a:p>
          <a:r>
            <a:rPr lang="de-DE" dirty="0" smtClean="0"/>
            <a:t>Holding </a:t>
          </a:r>
          <a:r>
            <a:rPr lang="de-DE" dirty="0" err="1" smtClean="0"/>
            <a:t>phase</a:t>
          </a:r>
          <a:r>
            <a:rPr lang="de-DE" dirty="0" smtClean="0"/>
            <a:t>, 3s</a:t>
          </a:r>
        </a:p>
      </dgm:t>
    </dgm:pt>
    <dgm:pt modelId="{141FE6A0-CADB-45AA-95FE-95313DCDEBA0}" type="parTrans" cxnId="{2E27BACE-03B2-45C1-ADDC-B1451E1C69EB}">
      <dgm:prSet/>
      <dgm:spPr/>
      <dgm:t>
        <a:bodyPr/>
        <a:lstStyle/>
        <a:p>
          <a:endParaRPr lang="de-DE"/>
        </a:p>
      </dgm:t>
    </dgm:pt>
    <dgm:pt modelId="{A0606B65-A323-46FD-B870-A662239D47AA}" type="sibTrans" cxnId="{2E27BACE-03B2-45C1-ADDC-B1451E1C69EB}">
      <dgm:prSet/>
      <dgm:spPr/>
      <dgm:t>
        <a:bodyPr/>
        <a:lstStyle/>
        <a:p>
          <a:endParaRPr lang="de-DE"/>
        </a:p>
      </dgm:t>
    </dgm:pt>
    <dgm:pt modelId="{73F3A7ED-4CF2-49F5-A608-CB68C7CE3A45}">
      <dgm:prSet phldrT="[Text]"/>
      <dgm:spPr/>
      <dgm:t>
        <a:bodyPr/>
        <a:lstStyle/>
        <a:p>
          <a:r>
            <a:rPr lang="de-DE" dirty="0" err="1" smtClean="0"/>
            <a:t>Reward</a:t>
          </a:r>
          <a:r>
            <a:rPr lang="de-DE" dirty="0" smtClean="0"/>
            <a:t>, 1s</a:t>
          </a:r>
        </a:p>
      </dgm:t>
    </dgm:pt>
    <dgm:pt modelId="{791D25F0-385F-457C-B70F-0F5CBE246369}" type="parTrans" cxnId="{CC3AFDC5-D613-4F9F-9930-45D7786AE7B8}">
      <dgm:prSet/>
      <dgm:spPr/>
      <dgm:t>
        <a:bodyPr/>
        <a:lstStyle/>
        <a:p>
          <a:endParaRPr lang="de-DE"/>
        </a:p>
      </dgm:t>
    </dgm:pt>
    <dgm:pt modelId="{33526780-D384-4A54-A2C2-B89AA33C3984}" type="sibTrans" cxnId="{CC3AFDC5-D613-4F9F-9930-45D7786AE7B8}">
      <dgm:prSet/>
      <dgm:spPr/>
      <dgm:t>
        <a:bodyPr/>
        <a:lstStyle/>
        <a:p>
          <a:endParaRPr lang="de-DE"/>
        </a:p>
      </dgm:t>
    </dgm:pt>
    <dgm:pt modelId="{B62CC625-0EF3-496F-B573-18ED2ABBD0DC}" type="pres">
      <dgm:prSet presAssocID="{553DED30-9A0B-460E-A673-511B3B4B632C}" presName="CompostProcess" presStyleCnt="0">
        <dgm:presLayoutVars>
          <dgm:dir/>
          <dgm:resizeHandles val="exact"/>
        </dgm:presLayoutVars>
      </dgm:prSet>
      <dgm:spPr/>
    </dgm:pt>
    <dgm:pt modelId="{37E241A4-A433-49B3-8BED-A3571FD3B301}" type="pres">
      <dgm:prSet presAssocID="{553DED30-9A0B-460E-A673-511B3B4B632C}" presName="arrow" presStyleLbl="bgShp" presStyleIdx="0" presStyleCnt="1" custScaleX="117647" custLinFactNeighborX="-3456" custLinFactNeighborY="37507"/>
      <dgm:spPr/>
    </dgm:pt>
    <dgm:pt modelId="{133B714D-A4F4-4A43-8887-B9A8A65EFE98}" type="pres">
      <dgm:prSet presAssocID="{553DED30-9A0B-460E-A673-511B3B4B632C}" presName="linearProcess" presStyleCnt="0"/>
      <dgm:spPr/>
    </dgm:pt>
    <dgm:pt modelId="{81B5456D-9FBF-4E7B-BCC6-DD8528AF4B1C}" type="pres">
      <dgm:prSet presAssocID="{6EFE78BE-7F68-4B97-99E9-71CEFAF9FE24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48E32D0-D39D-49CC-8C9C-69E3210C54E2}" type="pres">
      <dgm:prSet presAssocID="{37F684CF-FAF5-4565-882C-9F8D8DED85BA}" presName="sibTrans" presStyleCnt="0"/>
      <dgm:spPr/>
    </dgm:pt>
    <dgm:pt modelId="{0D52AB8B-E724-4FCC-96A1-8DA752F6EA6E}" type="pres">
      <dgm:prSet presAssocID="{EF8EC858-DC46-4716-97C8-232C7F11D32B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3279C3A-603B-4A5C-9189-D18AD2CFE090}" type="pres">
      <dgm:prSet presAssocID="{A0606B65-A323-46FD-B870-A662239D47AA}" presName="sibTrans" presStyleCnt="0"/>
      <dgm:spPr/>
    </dgm:pt>
    <dgm:pt modelId="{3E50DD0E-ED56-4957-BAD8-B58E28226FFC}" type="pres">
      <dgm:prSet presAssocID="{73F3A7ED-4CF2-49F5-A608-CB68C7CE3A45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2E27BACE-03B2-45C1-ADDC-B1451E1C69EB}" srcId="{553DED30-9A0B-460E-A673-511B3B4B632C}" destId="{EF8EC858-DC46-4716-97C8-232C7F11D32B}" srcOrd="1" destOrd="0" parTransId="{141FE6A0-CADB-45AA-95FE-95313DCDEBA0}" sibTransId="{A0606B65-A323-46FD-B870-A662239D47AA}"/>
    <dgm:cxn modelId="{64526EDF-E0DD-4BD3-BF8B-8B7901240253}" type="presOf" srcId="{EF8EC858-DC46-4716-97C8-232C7F11D32B}" destId="{0D52AB8B-E724-4FCC-96A1-8DA752F6EA6E}" srcOrd="0" destOrd="0" presId="urn:microsoft.com/office/officeart/2005/8/layout/hProcess9"/>
    <dgm:cxn modelId="{3B3D496C-5885-4790-B3C5-4B7B9C8F41E9}" type="presOf" srcId="{553DED30-9A0B-460E-A673-511B3B4B632C}" destId="{B62CC625-0EF3-496F-B573-18ED2ABBD0DC}" srcOrd="0" destOrd="0" presId="urn:microsoft.com/office/officeart/2005/8/layout/hProcess9"/>
    <dgm:cxn modelId="{420CBE45-8293-4FF6-8A3C-DE5CFCE8CD03}" srcId="{553DED30-9A0B-460E-A673-511B3B4B632C}" destId="{6EFE78BE-7F68-4B97-99E9-71CEFAF9FE24}" srcOrd="0" destOrd="0" parTransId="{39C6309D-ECCE-420E-A6E7-DD2F62C337CC}" sibTransId="{37F684CF-FAF5-4565-882C-9F8D8DED85BA}"/>
    <dgm:cxn modelId="{38E4864A-8776-43B9-A687-55A58C68FAD4}" type="presOf" srcId="{73F3A7ED-4CF2-49F5-A608-CB68C7CE3A45}" destId="{3E50DD0E-ED56-4957-BAD8-B58E28226FFC}" srcOrd="0" destOrd="0" presId="urn:microsoft.com/office/officeart/2005/8/layout/hProcess9"/>
    <dgm:cxn modelId="{BED9B5E3-C5C7-4063-ADF4-1C99BCE9BE24}" type="presOf" srcId="{6EFE78BE-7F68-4B97-99E9-71CEFAF9FE24}" destId="{81B5456D-9FBF-4E7B-BCC6-DD8528AF4B1C}" srcOrd="0" destOrd="0" presId="urn:microsoft.com/office/officeart/2005/8/layout/hProcess9"/>
    <dgm:cxn modelId="{CC3AFDC5-D613-4F9F-9930-45D7786AE7B8}" srcId="{553DED30-9A0B-460E-A673-511B3B4B632C}" destId="{73F3A7ED-4CF2-49F5-A608-CB68C7CE3A45}" srcOrd="2" destOrd="0" parTransId="{791D25F0-385F-457C-B70F-0F5CBE246369}" sibTransId="{33526780-D384-4A54-A2C2-B89AA33C3984}"/>
    <dgm:cxn modelId="{CABB884D-AF44-418E-B3F6-A458F705C88D}" type="presParOf" srcId="{B62CC625-0EF3-496F-B573-18ED2ABBD0DC}" destId="{37E241A4-A433-49B3-8BED-A3571FD3B301}" srcOrd="0" destOrd="0" presId="urn:microsoft.com/office/officeart/2005/8/layout/hProcess9"/>
    <dgm:cxn modelId="{C89326DF-0FB1-497A-8080-42551D65927E}" type="presParOf" srcId="{B62CC625-0EF3-496F-B573-18ED2ABBD0DC}" destId="{133B714D-A4F4-4A43-8887-B9A8A65EFE98}" srcOrd="1" destOrd="0" presId="urn:microsoft.com/office/officeart/2005/8/layout/hProcess9"/>
    <dgm:cxn modelId="{B02D60A7-C01D-484A-8A6D-F89C256DAF1B}" type="presParOf" srcId="{133B714D-A4F4-4A43-8887-B9A8A65EFE98}" destId="{81B5456D-9FBF-4E7B-BCC6-DD8528AF4B1C}" srcOrd="0" destOrd="0" presId="urn:microsoft.com/office/officeart/2005/8/layout/hProcess9"/>
    <dgm:cxn modelId="{B4A8C4DF-4C37-4B8D-9CDC-61397D6D85A1}" type="presParOf" srcId="{133B714D-A4F4-4A43-8887-B9A8A65EFE98}" destId="{348E32D0-D39D-49CC-8C9C-69E3210C54E2}" srcOrd="1" destOrd="0" presId="urn:microsoft.com/office/officeart/2005/8/layout/hProcess9"/>
    <dgm:cxn modelId="{F19FDEC6-8D1C-4FF3-A0FA-3D489573A592}" type="presParOf" srcId="{133B714D-A4F4-4A43-8887-B9A8A65EFE98}" destId="{0D52AB8B-E724-4FCC-96A1-8DA752F6EA6E}" srcOrd="2" destOrd="0" presId="urn:microsoft.com/office/officeart/2005/8/layout/hProcess9"/>
    <dgm:cxn modelId="{7D77DDDC-CFA0-4916-81F7-A7E2122FA0FF}" type="presParOf" srcId="{133B714D-A4F4-4A43-8887-B9A8A65EFE98}" destId="{83279C3A-603B-4A5C-9189-D18AD2CFE090}" srcOrd="3" destOrd="0" presId="urn:microsoft.com/office/officeart/2005/8/layout/hProcess9"/>
    <dgm:cxn modelId="{D4E2DC05-E0BA-4D35-B9E5-B3394D9B8E6F}" type="presParOf" srcId="{133B714D-A4F4-4A43-8887-B9A8A65EFE98}" destId="{3E50DD0E-ED56-4957-BAD8-B58E28226FFC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53DED30-9A0B-460E-A673-511B3B4B632C}" type="doc">
      <dgm:prSet loTypeId="urn:microsoft.com/office/officeart/2005/8/layout/hProcess9" loCatId="process" qsTypeId="urn:microsoft.com/office/officeart/2005/8/quickstyle/3d5" qsCatId="3D" csTypeId="urn:microsoft.com/office/officeart/2005/8/colors/accent1_2" csCatId="accent1" phldr="1"/>
      <dgm:spPr/>
    </dgm:pt>
    <dgm:pt modelId="{6EFE78BE-7F68-4B97-99E9-71CEFAF9FE24}">
      <dgm:prSet phldrT="[Text]"/>
      <dgm:spPr/>
      <dgm:t>
        <a:bodyPr/>
        <a:lstStyle/>
        <a:p>
          <a:r>
            <a:rPr lang="de-DE" dirty="0" err="1" smtClean="0"/>
            <a:t>Accept</a:t>
          </a:r>
          <a:endParaRPr lang="de-DE" dirty="0" smtClean="0"/>
        </a:p>
      </dgm:t>
    </dgm:pt>
    <dgm:pt modelId="{39C6309D-ECCE-420E-A6E7-DD2F62C337CC}" type="parTrans" cxnId="{420CBE45-8293-4FF6-8A3C-DE5CFCE8CD03}">
      <dgm:prSet/>
      <dgm:spPr/>
      <dgm:t>
        <a:bodyPr/>
        <a:lstStyle/>
        <a:p>
          <a:endParaRPr lang="de-DE"/>
        </a:p>
      </dgm:t>
    </dgm:pt>
    <dgm:pt modelId="{37F684CF-FAF5-4565-882C-9F8D8DED85BA}" type="sibTrans" cxnId="{420CBE45-8293-4FF6-8A3C-DE5CFCE8CD03}">
      <dgm:prSet/>
      <dgm:spPr/>
      <dgm:t>
        <a:bodyPr/>
        <a:lstStyle/>
        <a:p>
          <a:endParaRPr lang="de-DE"/>
        </a:p>
      </dgm:t>
    </dgm:pt>
    <dgm:pt modelId="{9B90AEFC-A466-4C3C-AFC0-9C48553A621E}">
      <dgm:prSet phldrT="[Text]"/>
      <dgm:spPr/>
      <dgm:t>
        <a:bodyPr/>
        <a:lstStyle/>
        <a:p>
          <a:r>
            <a:rPr lang="de-DE" dirty="0" smtClean="0"/>
            <a:t>Fail </a:t>
          </a:r>
          <a:r>
            <a:rPr lang="de-DE" dirty="0" err="1" smtClean="0"/>
            <a:t>holding</a:t>
          </a:r>
          <a:r>
            <a:rPr lang="de-DE" dirty="0" smtClean="0"/>
            <a:t>, &lt;3s</a:t>
          </a:r>
        </a:p>
      </dgm:t>
    </dgm:pt>
    <dgm:pt modelId="{7CC2DA87-65D1-4959-AD95-D2C1FB6C27B7}" type="parTrans" cxnId="{1298DA32-C2AB-47BA-B27A-C70E8011DA59}">
      <dgm:prSet/>
      <dgm:spPr/>
      <dgm:t>
        <a:bodyPr/>
        <a:lstStyle/>
        <a:p>
          <a:endParaRPr lang="de-DE"/>
        </a:p>
      </dgm:t>
    </dgm:pt>
    <dgm:pt modelId="{5B5429D4-636A-4BCE-AD66-46DDF3E494F8}" type="sibTrans" cxnId="{1298DA32-C2AB-47BA-B27A-C70E8011DA59}">
      <dgm:prSet/>
      <dgm:spPr/>
      <dgm:t>
        <a:bodyPr/>
        <a:lstStyle/>
        <a:p>
          <a:endParaRPr lang="de-DE"/>
        </a:p>
      </dgm:t>
    </dgm:pt>
    <dgm:pt modelId="{FECD3329-0CFD-4049-80EB-7EF58BE9A6F1}">
      <dgm:prSet phldrT="[Text]"/>
      <dgm:spPr/>
      <dgm:t>
        <a:bodyPr/>
        <a:lstStyle/>
        <a:p>
          <a:r>
            <a:rPr lang="de-DE" dirty="0" smtClean="0"/>
            <a:t>Timeout, 8s</a:t>
          </a:r>
        </a:p>
      </dgm:t>
    </dgm:pt>
    <dgm:pt modelId="{F949EA1E-7B73-4AEC-97A9-304B76A7B266}" type="parTrans" cxnId="{A242ABA9-C99B-474B-9D85-22CF82B053D2}">
      <dgm:prSet/>
      <dgm:spPr/>
      <dgm:t>
        <a:bodyPr/>
        <a:lstStyle/>
        <a:p>
          <a:endParaRPr lang="de-DE"/>
        </a:p>
      </dgm:t>
    </dgm:pt>
    <dgm:pt modelId="{7A1009EF-3A4C-4608-BB9A-3C7A6356824B}" type="sibTrans" cxnId="{A242ABA9-C99B-474B-9D85-22CF82B053D2}">
      <dgm:prSet/>
      <dgm:spPr/>
      <dgm:t>
        <a:bodyPr/>
        <a:lstStyle/>
        <a:p>
          <a:endParaRPr lang="de-DE"/>
        </a:p>
      </dgm:t>
    </dgm:pt>
    <dgm:pt modelId="{B62CC625-0EF3-496F-B573-18ED2ABBD0DC}" type="pres">
      <dgm:prSet presAssocID="{553DED30-9A0B-460E-A673-511B3B4B632C}" presName="CompostProcess" presStyleCnt="0">
        <dgm:presLayoutVars>
          <dgm:dir/>
          <dgm:resizeHandles val="exact"/>
        </dgm:presLayoutVars>
      </dgm:prSet>
      <dgm:spPr/>
    </dgm:pt>
    <dgm:pt modelId="{37E241A4-A433-49B3-8BED-A3571FD3B301}" type="pres">
      <dgm:prSet presAssocID="{553DED30-9A0B-460E-A673-511B3B4B632C}" presName="arrow" presStyleLbl="bgShp" presStyleIdx="0" presStyleCnt="1" custScaleX="117647" custLinFactNeighborX="-3456" custLinFactNeighborY="37507"/>
      <dgm:spPr/>
    </dgm:pt>
    <dgm:pt modelId="{133B714D-A4F4-4A43-8887-B9A8A65EFE98}" type="pres">
      <dgm:prSet presAssocID="{553DED30-9A0B-460E-A673-511B3B4B632C}" presName="linearProcess" presStyleCnt="0"/>
      <dgm:spPr/>
    </dgm:pt>
    <dgm:pt modelId="{81B5456D-9FBF-4E7B-BCC6-DD8528AF4B1C}" type="pres">
      <dgm:prSet presAssocID="{6EFE78BE-7F68-4B97-99E9-71CEFAF9FE24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1B336A3-2F18-4850-80FA-23B897FB8107}" type="pres">
      <dgm:prSet presAssocID="{37F684CF-FAF5-4565-882C-9F8D8DED85BA}" presName="sibTrans" presStyleCnt="0"/>
      <dgm:spPr/>
    </dgm:pt>
    <dgm:pt modelId="{A1B3D0A3-A56E-43D2-8D58-1CFBE9812E90}" type="pres">
      <dgm:prSet presAssocID="{9B90AEFC-A466-4C3C-AFC0-9C48553A621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3C5DAF7-A1E3-4C7D-9734-B96DA51F3E07}" type="pres">
      <dgm:prSet presAssocID="{5B5429D4-636A-4BCE-AD66-46DDF3E494F8}" presName="sibTrans" presStyleCnt="0"/>
      <dgm:spPr/>
    </dgm:pt>
    <dgm:pt modelId="{CF446253-1FCD-4568-8B48-12FB9F1A1F3A}" type="pres">
      <dgm:prSet presAssocID="{FECD3329-0CFD-4049-80EB-7EF58BE9A6F1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157D39B0-D119-4DA6-92B5-B7E3B7DC1A88}" type="presOf" srcId="{9B90AEFC-A466-4C3C-AFC0-9C48553A621E}" destId="{A1B3D0A3-A56E-43D2-8D58-1CFBE9812E90}" srcOrd="0" destOrd="0" presId="urn:microsoft.com/office/officeart/2005/8/layout/hProcess9"/>
    <dgm:cxn modelId="{6923A767-3A68-41A9-B0DB-960EDFA23C1B}" type="presOf" srcId="{FECD3329-0CFD-4049-80EB-7EF58BE9A6F1}" destId="{CF446253-1FCD-4568-8B48-12FB9F1A1F3A}" srcOrd="0" destOrd="0" presId="urn:microsoft.com/office/officeart/2005/8/layout/hProcess9"/>
    <dgm:cxn modelId="{420CBE45-8293-4FF6-8A3C-DE5CFCE8CD03}" srcId="{553DED30-9A0B-460E-A673-511B3B4B632C}" destId="{6EFE78BE-7F68-4B97-99E9-71CEFAF9FE24}" srcOrd="0" destOrd="0" parTransId="{39C6309D-ECCE-420E-A6E7-DD2F62C337CC}" sibTransId="{37F684CF-FAF5-4565-882C-9F8D8DED85BA}"/>
    <dgm:cxn modelId="{BED9B5E3-C5C7-4063-ADF4-1C99BCE9BE24}" type="presOf" srcId="{6EFE78BE-7F68-4B97-99E9-71CEFAF9FE24}" destId="{81B5456D-9FBF-4E7B-BCC6-DD8528AF4B1C}" srcOrd="0" destOrd="0" presId="urn:microsoft.com/office/officeart/2005/8/layout/hProcess9"/>
    <dgm:cxn modelId="{3B3D496C-5885-4790-B3C5-4B7B9C8F41E9}" type="presOf" srcId="{553DED30-9A0B-460E-A673-511B3B4B632C}" destId="{B62CC625-0EF3-496F-B573-18ED2ABBD0DC}" srcOrd="0" destOrd="0" presId="urn:microsoft.com/office/officeart/2005/8/layout/hProcess9"/>
    <dgm:cxn modelId="{1298DA32-C2AB-47BA-B27A-C70E8011DA59}" srcId="{553DED30-9A0B-460E-A673-511B3B4B632C}" destId="{9B90AEFC-A466-4C3C-AFC0-9C48553A621E}" srcOrd="1" destOrd="0" parTransId="{7CC2DA87-65D1-4959-AD95-D2C1FB6C27B7}" sibTransId="{5B5429D4-636A-4BCE-AD66-46DDF3E494F8}"/>
    <dgm:cxn modelId="{A242ABA9-C99B-474B-9D85-22CF82B053D2}" srcId="{553DED30-9A0B-460E-A673-511B3B4B632C}" destId="{FECD3329-0CFD-4049-80EB-7EF58BE9A6F1}" srcOrd="2" destOrd="0" parTransId="{F949EA1E-7B73-4AEC-97A9-304B76A7B266}" sibTransId="{7A1009EF-3A4C-4608-BB9A-3C7A6356824B}"/>
    <dgm:cxn modelId="{CABB884D-AF44-418E-B3F6-A458F705C88D}" type="presParOf" srcId="{B62CC625-0EF3-496F-B573-18ED2ABBD0DC}" destId="{37E241A4-A433-49B3-8BED-A3571FD3B301}" srcOrd="0" destOrd="0" presId="urn:microsoft.com/office/officeart/2005/8/layout/hProcess9"/>
    <dgm:cxn modelId="{C89326DF-0FB1-497A-8080-42551D65927E}" type="presParOf" srcId="{B62CC625-0EF3-496F-B573-18ED2ABBD0DC}" destId="{133B714D-A4F4-4A43-8887-B9A8A65EFE98}" srcOrd="1" destOrd="0" presId="urn:microsoft.com/office/officeart/2005/8/layout/hProcess9"/>
    <dgm:cxn modelId="{B02D60A7-C01D-484A-8A6D-F89C256DAF1B}" type="presParOf" srcId="{133B714D-A4F4-4A43-8887-B9A8A65EFE98}" destId="{81B5456D-9FBF-4E7B-BCC6-DD8528AF4B1C}" srcOrd="0" destOrd="0" presId="urn:microsoft.com/office/officeart/2005/8/layout/hProcess9"/>
    <dgm:cxn modelId="{E7D30CDA-6972-4BE2-831A-A3B8C87C518B}" type="presParOf" srcId="{133B714D-A4F4-4A43-8887-B9A8A65EFE98}" destId="{E1B336A3-2F18-4850-80FA-23B897FB8107}" srcOrd="1" destOrd="0" presId="urn:microsoft.com/office/officeart/2005/8/layout/hProcess9"/>
    <dgm:cxn modelId="{EF04AEA7-9196-4AAF-9583-7927E34A992A}" type="presParOf" srcId="{133B714D-A4F4-4A43-8887-B9A8A65EFE98}" destId="{A1B3D0A3-A56E-43D2-8D58-1CFBE9812E90}" srcOrd="2" destOrd="0" presId="urn:microsoft.com/office/officeart/2005/8/layout/hProcess9"/>
    <dgm:cxn modelId="{4B04C3C6-A443-4CB7-9E64-531AE1CE8234}" type="presParOf" srcId="{133B714D-A4F4-4A43-8887-B9A8A65EFE98}" destId="{73C5DAF7-A1E3-4C7D-9734-B96DA51F3E07}" srcOrd="3" destOrd="0" presId="urn:microsoft.com/office/officeart/2005/8/layout/hProcess9"/>
    <dgm:cxn modelId="{98D312A8-A4E9-4D0B-B38B-5C46F5D5C99A}" type="presParOf" srcId="{133B714D-A4F4-4A43-8887-B9A8A65EFE98}" destId="{CF446253-1FCD-4568-8B48-12FB9F1A1F3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0688B9B-F462-41CE-88BC-D15F18A90CA3}" type="doc">
      <dgm:prSet loTypeId="urn:microsoft.com/office/officeart/2005/8/layout/default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80ABD61-42A5-4B0C-A596-C9C5021CD485}">
      <dgm:prSet phldrT="[Text]"/>
      <dgm:spPr>
        <a:solidFill>
          <a:srgbClr val="D2DEEF"/>
        </a:solidFill>
      </dgm:spPr>
      <dgm:t>
        <a:bodyPr/>
        <a:lstStyle/>
        <a:p>
          <a:r>
            <a:rPr lang="de-DE" dirty="0" smtClean="0"/>
            <a:t>Approach &lt;= 2s</a:t>
          </a:r>
          <a:endParaRPr lang="de-DE" dirty="0"/>
        </a:p>
      </dgm:t>
    </dgm:pt>
    <dgm:pt modelId="{9D2876D2-4B9F-48EB-AA53-9DE2EA3599A7}" type="parTrans" cxnId="{585B5E62-1716-4984-B768-5127BD119952}">
      <dgm:prSet/>
      <dgm:spPr/>
      <dgm:t>
        <a:bodyPr/>
        <a:lstStyle/>
        <a:p>
          <a:endParaRPr lang="de-DE"/>
        </a:p>
      </dgm:t>
    </dgm:pt>
    <dgm:pt modelId="{DE87EDE4-AB6B-4AC7-A51D-DC980B5E4556}" type="sibTrans" cxnId="{585B5E62-1716-4984-B768-5127BD119952}">
      <dgm:prSet/>
      <dgm:spPr/>
      <dgm:t>
        <a:bodyPr/>
        <a:lstStyle/>
        <a:p>
          <a:endParaRPr lang="de-DE"/>
        </a:p>
      </dgm:t>
    </dgm:pt>
    <dgm:pt modelId="{B362B511-AFA4-4F34-BD7E-7D85D02553C5}" type="pres">
      <dgm:prSet presAssocID="{60688B9B-F462-41CE-88BC-D15F18A90CA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F8C7354E-5638-4335-B1BD-024B512C4641}" type="pres">
      <dgm:prSet presAssocID="{980ABD61-42A5-4B0C-A596-C9C5021CD485}" presName="node" presStyleLbl="node1" presStyleIdx="0" presStyleCnt="1" custScaleY="47779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585B5E62-1716-4984-B768-5127BD119952}" srcId="{60688B9B-F462-41CE-88BC-D15F18A90CA3}" destId="{980ABD61-42A5-4B0C-A596-C9C5021CD485}" srcOrd="0" destOrd="0" parTransId="{9D2876D2-4B9F-48EB-AA53-9DE2EA3599A7}" sibTransId="{DE87EDE4-AB6B-4AC7-A51D-DC980B5E4556}"/>
    <dgm:cxn modelId="{9E36796B-7693-4327-AAF3-3EAE06AAB480}" type="presOf" srcId="{980ABD61-42A5-4B0C-A596-C9C5021CD485}" destId="{F8C7354E-5638-4335-B1BD-024B512C4641}" srcOrd="0" destOrd="0" presId="urn:microsoft.com/office/officeart/2005/8/layout/default"/>
    <dgm:cxn modelId="{0BC55650-7A5D-4E64-B773-4B9BF9E94726}" type="presOf" srcId="{60688B9B-F462-41CE-88BC-D15F18A90CA3}" destId="{B362B511-AFA4-4F34-BD7E-7D85D02553C5}" srcOrd="0" destOrd="0" presId="urn:microsoft.com/office/officeart/2005/8/layout/default"/>
    <dgm:cxn modelId="{29B9D520-18C3-4AC1-8624-8D83B05AB065}" type="presParOf" srcId="{B362B511-AFA4-4F34-BD7E-7D85D02553C5}" destId="{F8C7354E-5638-4335-B1BD-024B512C4641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0688B9B-F462-41CE-88BC-D15F18A90CA3}" type="doc">
      <dgm:prSet loTypeId="urn:microsoft.com/office/officeart/2005/8/layout/default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80ABD61-42A5-4B0C-A596-C9C5021CD485}">
      <dgm:prSet phldrT="[Text]" custT="1"/>
      <dgm:spPr>
        <a:solidFill>
          <a:srgbClr val="D2DEEF"/>
        </a:solidFill>
      </dgm:spPr>
      <dgm:t>
        <a:bodyPr/>
        <a:lstStyle/>
        <a:p>
          <a:r>
            <a:rPr lang="de-DE" sz="2800" dirty="0" smtClean="0"/>
            <a:t>ISI 2s</a:t>
          </a:r>
        </a:p>
      </dgm:t>
    </dgm:pt>
    <dgm:pt modelId="{9D2876D2-4B9F-48EB-AA53-9DE2EA3599A7}" type="parTrans" cxnId="{585B5E62-1716-4984-B768-5127BD119952}">
      <dgm:prSet/>
      <dgm:spPr/>
      <dgm:t>
        <a:bodyPr/>
        <a:lstStyle/>
        <a:p>
          <a:endParaRPr lang="de-DE"/>
        </a:p>
      </dgm:t>
    </dgm:pt>
    <dgm:pt modelId="{DE87EDE4-AB6B-4AC7-A51D-DC980B5E4556}" type="sibTrans" cxnId="{585B5E62-1716-4984-B768-5127BD119952}">
      <dgm:prSet/>
      <dgm:spPr/>
      <dgm:t>
        <a:bodyPr/>
        <a:lstStyle/>
        <a:p>
          <a:endParaRPr lang="de-DE"/>
        </a:p>
      </dgm:t>
    </dgm:pt>
    <dgm:pt modelId="{B362B511-AFA4-4F34-BD7E-7D85D02553C5}" type="pres">
      <dgm:prSet presAssocID="{60688B9B-F462-41CE-88BC-D15F18A90CA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F8C7354E-5638-4335-B1BD-024B512C4641}" type="pres">
      <dgm:prSet presAssocID="{980ABD61-42A5-4B0C-A596-C9C5021CD485}" presName="node" presStyleLbl="node1" presStyleIdx="0" presStyleCnt="1" custScaleY="477794" custLinFactX="200000" custLinFactNeighborX="283112" custLinFactNeighborY="8872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585B5E62-1716-4984-B768-5127BD119952}" srcId="{60688B9B-F462-41CE-88BC-D15F18A90CA3}" destId="{980ABD61-42A5-4B0C-A596-C9C5021CD485}" srcOrd="0" destOrd="0" parTransId="{9D2876D2-4B9F-48EB-AA53-9DE2EA3599A7}" sibTransId="{DE87EDE4-AB6B-4AC7-A51D-DC980B5E4556}"/>
    <dgm:cxn modelId="{9E36796B-7693-4327-AAF3-3EAE06AAB480}" type="presOf" srcId="{980ABD61-42A5-4B0C-A596-C9C5021CD485}" destId="{F8C7354E-5638-4335-B1BD-024B512C4641}" srcOrd="0" destOrd="0" presId="urn:microsoft.com/office/officeart/2005/8/layout/default"/>
    <dgm:cxn modelId="{0BC55650-7A5D-4E64-B773-4B9BF9E94726}" type="presOf" srcId="{60688B9B-F462-41CE-88BC-D15F18A90CA3}" destId="{B362B511-AFA4-4F34-BD7E-7D85D02553C5}" srcOrd="0" destOrd="0" presId="urn:microsoft.com/office/officeart/2005/8/layout/default"/>
    <dgm:cxn modelId="{29B9D520-18C3-4AC1-8624-8D83B05AB065}" type="presParOf" srcId="{B362B511-AFA4-4F34-BD7E-7D85D02553C5}" destId="{F8C7354E-5638-4335-B1BD-024B512C4641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74B5248-0516-442E-957B-201ABC56D3DC}" type="doc">
      <dgm:prSet loTypeId="urn:microsoft.com/office/officeart/2008/layout/PictureGrid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663C587-0DCA-48F3-AF98-092FFDF72EA3}">
      <dgm:prSet phldrT="[Text]"/>
      <dgm:spPr/>
      <dgm:t>
        <a:bodyPr/>
        <a:lstStyle/>
        <a:p>
          <a:r>
            <a:rPr lang="de-DE" dirty="0" smtClean="0"/>
            <a:t>Option 1</a:t>
          </a:r>
          <a:endParaRPr lang="de-DE" dirty="0"/>
        </a:p>
      </dgm:t>
    </dgm:pt>
    <dgm:pt modelId="{483D7B77-2942-41DF-9327-5167D258F99C}" type="parTrans" cxnId="{66B0FF88-7262-40A0-8C4E-CFAFC453D1DB}">
      <dgm:prSet/>
      <dgm:spPr/>
      <dgm:t>
        <a:bodyPr/>
        <a:lstStyle/>
        <a:p>
          <a:endParaRPr lang="de-DE"/>
        </a:p>
      </dgm:t>
    </dgm:pt>
    <dgm:pt modelId="{189130CB-5DBF-4A0B-AB6C-3C8D85BA7C6C}" type="sibTrans" cxnId="{66B0FF88-7262-40A0-8C4E-CFAFC453D1DB}">
      <dgm:prSet/>
      <dgm:spPr/>
      <dgm:t>
        <a:bodyPr/>
        <a:lstStyle/>
        <a:p>
          <a:endParaRPr lang="de-DE"/>
        </a:p>
      </dgm:t>
    </dgm:pt>
    <dgm:pt modelId="{4EC7A814-04DE-4B7E-8168-34BA4F5115E1}">
      <dgm:prSet phldrT="[Text]"/>
      <dgm:spPr/>
      <dgm:t>
        <a:bodyPr/>
        <a:lstStyle/>
        <a:p>
          <a:r>
            <a:rPr lang="de-DE" dirty="0" smtClean="0"/>
            <a:t>Option 2</a:t>
          </a:r>
          <a:endParaRPr lang="de-DE" dirty="0"/>
        </a:p>
      </dgm:t>
    </dgm:pt>
    <dgm:pt modelId="{FE6F3983-73FD-4CA4-9A72-879F4D2C1E21}" type="parTrans" cxnId="{1E08FF46-5DC8-4866-9F7D-87E8EE9F3C19}">
      <dgm:prSet/>
      <dgm:spPr/>
      <dgm:t>
        <a:bodyPr/>
        <a:lstStyle/>
        <a:p>
          <a:endParaRPr lang="de-DE"/>
        </a:p>
      </dgm:t>
    </dgm:pt>
    <dgm:pt modelId="{CDE712AB-029F-4AC0-86B6-8E724ADB552E}" type="sibTrans" cxnId="{1E08FF46-5DC8-4866-9F7D-87E8EE9F3C19}">
      <dgm:prSet/>
      <dgm:spPr/>
      <dgm:t>
        <a:bodyPr/>
        <a:lstStyle/>
        <a:p>
          <a:endParaRPr lang="de-DE"/>
        </a:p>
      </dgm:t>
    </dgm:pt>
    <dgm:pt modelId="{AC6B7AEB-1624-4E21-8F55-71EE2A573A6A}">
      <dgm:prSet phldrT="[Text]"/>
      <dgm:spPr/>
      <dgm:t>
        <a:bodyPr/>
        <a:lstStyle/>
        <a:p>
          <a:r>
            <a:rPr lang="de-DE" dirty="0" smtClean="0"/>
            <a:t>Option 3</a:t>
          </a:r>
          <a:endParaRPr lang="de-DE" dirty="0"/>
        </a:p>
      </dgm:t>
    </dgm:pt>
    <dgm:pt modelId="{15E0A46C-6A0E-45D7-90A0-397CE065712C}" type="parTrans" cxnId="{51C81EB1-8EA1-4883-9FBB-E2FAD8F3CDE4}">
      <dgm:prSet/>
      <dgm:spPr/>
      <dgm:t>
        <a:bodyPr/>
        <a:lstStyle/>
        <a:p>
          <a:endParaRPr lang="de-DE"/>
        </a:p>
      </dgm:t>
    </dgm:pt>
    <dgm:pt modelId="{76B232AE-ED7A-4DAE-9DDF-67F20971A732}" type="sibTrans" cxnId="{51C81EB1-8EA1-4883-9FBB-E2FAD8F3CDE4}">
      <dgm:prSet/>
      <dgm:spPr/>
      <dgm:t>
        <a:bodyPr/>
        <a:lstStyle/>
        <a:p>
          <a:endParaRPr lang="de-DE"/>
        </a:p>
      </dgm:t>
    </dgm:pt>
    <dgm:pt modelId="{32E17ABD-10EC-43F5-A8BD-DACD948F2293}">
      <dgm:prSet phldrT="[Text]"/>
      <dgm:spPr/>
      <dgm:t>
        <a:bodyPr/>
        <a:lstStyle/>
        <a:p>
          <a:r>
            <a:rPr lang="de-DE" dirty="0" smtClean="0"/>
            <a:t>Option 4</a:t>
          </a:r>
        </a:p>
      </dgm:t>
    </dgm:pt>
    <dgm:pt modelId="{3EC4693A-8B79-4220-84EA-4AC2D396E440}" type="parTrans" cxnId="{190EB70C-081B-4A8C-9D63-FC18B05EF282}">
      <dgm:prSet/>
      <dgm:spPr/>
      <dgm:t>
        <a:bodyPr/>
        <a:lstStyle/>
        <a:p>
          <a:endParaRPr lang="de-DE"/>
        </a:p>
      </dgm:t>
    </dgm:pt>
    <dgm:pt modelId="{8A729546-FFA4-471C-A8FA-0BCB913349BD}" type="sibTrans" cxnId="{190EB70C-081B-4A8C-9D63-FC18B05EF282}">
      <dgm:prSet/>
      <dgm:spPr/>
      <dgm:t>
        <a:bodyPr/>
        <a:lstStyle/>
        <a:p>
          <a:endParaRPr lang="de-DE"/>
        </a:p>
      </dgm:t>
    </dgm:pt>
    <dgm:pt modelId="{4E3D885D-E735-40AA-BB6E-0CCE52BF655E}" type="pres">
      <dgm:prSet presAssocID="{474B5248-0516-442E-957B-201ABC56D3DC}" presName="Name0" presStyleCnt="0">
        <dgm:presLayoutVars>
          <dgm:dir/>
        </dgm:presLayoutVars>
      </dgm:prSet>
      <dgm:spPr/>
      <dgm:t>
        <a:bodyPr/>
        <a:lstStyle/>
        <a:p>
          <a:endParaRPr lang="de-DE"/>
        </a:p>
      </dgm:t>
    </dgm:pt>
    <dgm:pt modelId="{43DAB7CA-E9B6-4855-B2FC-3C7F52546E51}" type="pres">
      <dgm:prSet presAssocID="{9663C587-0DCA-48F3-AF98-092FFDF72EA3}" presName="composite" presStyleCnt="0"/>
      <dgm:spPr/>
    </dgm:pt>
    <dgm:pt modelId="{BF41BCFF-A8F1-41E9-B20B-26EEBD93D6FB}" type="pres">
      <dgm:prSet presAssocID="{9663C587-0DCA-48F3-AF98-092FFDF72EA3}" presName="rect2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3E7FEB6-DAF6-48E5-ADF8-4315008287D7}" type="pres">
      <dgm:prSet presAssocID="{9663C587-0DCA-48F3-AF98-092FFDF72EA3}" presName="rect1" presStyleLbl="align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de-DE"/>
        </a:p>
      </dgm:t>
    </dgm:pt>
    <dgm:pt modelId="{9BEA3611-91E7-454C-A918-54A56E064163}" type="pres">
      <dgm:prSet presAssocID="{189130CB-5DBF-4A0B-AB6C-3C8D85BA7C6C}" presName="sibTrans" presStyleCnt="0"/>
      <dgm:spPr/>
    </dgm:pt>
    <dgm:pt modelId="{7F4E0AB9-D1A0-4C6A-9FB0-8B2230BA75F4}" type="pres">
      <dgm:prSet presAssocID="{4EC7A814-04DE-4B7E-8168-34BA4F5115E1}" presName="composite" presStyleCnt="0"/>
      <dgm:spPr/>
    </dgm:pt>
    <dgm:pt modelId="{5F14F37E-C360-4D46-8349-4557BCDA9262}" type="pres">
      <dgm:prSet presAssocID="{4EC7A814-04DE-4B7E-8168-34BA4F5115E1}" presName="rect2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7818FB2-FFDE-40FE-A51E-BBAEB5539E88}" type="pres">
      <dgm:prSet presAssocID="{4EC7A814-04DE-4B7E-8168-34BA4F5115E1}" presName="rect1" presStyleLbl="align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C38A04F-61F7-439E-914F-B924E2969FE7}" type="pres">
      <dgm:prSet presAssocID="{CDE712AB-029F-4AC0-86B6-8E724ADB552E}" presName="sibTrans" presStyleCnt="0"/>
      <dgm:spPr/>
    </dgm:pt>
    <dgm:pt modelId="{61BD7B28-0DAE-4A0B-A3A1-B64CA436D268}" type="pres">
      <dgm:prSet presAssocID="{AC6B7AEB-1624-4E21-8F55-71EE2A573A6A}" presName="composite" presStyleCnt="0"/>
      <dgm:spPr/>
    </dgm:pt>
    <dgm:pt modelId="{5B29FC30-A43E-4346-9C8F-A2952C2CF2F0}" type="pres">
      <dgm:prSet presAssocID="{AC6B7AEB-1624-4E21-8F55-71EE2A573A6A}" presName="rect2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6729A8A-9A32-4558-8D3F-F176D5313000}" type="pres">
      <dgm:prSet presAssocID="{AC6B7AEB-1624-4E21-8F55-71EE2A573A6A}" presName="rect1" presStyleLbl="align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CF4ED18-854A-4E7E-9FBC-55FF73CA9A3F}" type="pres">
      <dgm:prSet presAssocID="{76B232AE-ED7A-4DAE-9DDF-67F20971A732}" presName="sibTrans" presStyleCnt="0"/>
      <dgm:spPr/>
    </dgm:pt>
    <dgm:pt modelId="{7DE3F609-554E-4E00-88B6-28E4E787803C}" type="pres">
      <dgm:prSet presAssocID="{32E17ABD-10EC-43F5-A8BD-DACD948F2293}" presName="composite" presStyleCnt="0"/>
      <dgm:spPr/>
    </dgm:pt>
    <dgm:pt modelId="{6538972C-629E-4694-84CC-2BC94D7D63EE}" type="pres">
      <dgm:prSet presAssocID="{32E17ABD-10EC-43F5-A8BD-DACD948F2293}" presName="rect2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FF60B5C-E8DB-4D9B-8F95-CDF4CD8F7CB0}" type="pres">
      <dgm:prSet presAssocID="{32E17ABD-10EC-43F5-A8BD-DACD948F2293}" presName="rect1" presStyleLbl="align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9EA4C9C1-A7EE-43E2-AA90-14DDEB89039C}" type="presOf" srcId="{4EC7A814-04DE-4B7E-8168-34BA4F5115E1}" destId="{5F14F37E-C360-4D46-8349-4557BCDA9262}" srcOrd="0" destOrd="0" presId="urn:microsoft.com/office/officeart/2008/layout/PictureGrid"/>
    <dgm:cxn modelId="{3F8FE305-0187-4A5B-89F3-66DC180E51B6}" type="presOf" srcId="{474B5248-0516-442E-957B-201ABC56D3DC}" destId="{4E3D885D-E735-40AA-BB6E-0CCE52BF655E}" srcOrd="0" destOrd="0" presId="urn:microsoft.com/office/officeart/2008/layout/PictureGrid"/>
    <dgm:cxn modelId="{51C81EB1-8EA1-4883-9FBB-E2FAD8F3CDE4}" srcId="{474B5248-0516-442E-957B-201ABC56D3DC}" destId="{AC6B7AEB-1624-4E21-8F55-71EE2A573A6A}" srcOrd="2" destOrd="0" parTransId="{15E0A46C-6A0E-45D7-90A0-397CE065712C}" sibTransId="{76B232AE-ED7A-4DAE-9DDF-67F20971A732}"/>
    <dgm:cxn modelId="{190EB70C-081B-4A8C-9D63-FC18B05EF282}" srcId="{474B5248-0516-442E-957B-201ABC56D3DC}" destId="{32E17ABD-10EC-43F5-A8BD-DACD948F2293}" srcOrd="3" destOrd="0" parTransId="{3EC4693A-8B79-4220-84EA-4AC2D396E440}" sibTransId="{8A729546-FFA4-471C-A8FA-0BCB913349BD}"/>
    <dgm:cxn modelId="{78E1CBB8-C455-4436-89E1-85D6C08B6184}" type="presOf" srcId="{32E17ABD-10EC-43F5-A8BD-DACD948F2293}" destId="{6538972C-629E-4694-84CC-2BC94D7D63EE}" srcOrd="0" destOrd="0" presId="urn:microsoft.com/office/officeart/2008/layout/PictureGrid"/>
    <dgm:cxn modelId="{66B0FF88-7262-40A0-8C4E-CFAFC453D1DB}" srcId="{474B5248-0516-442E-957B-201ABC56D3DC}" destId="{9663C587-0DCA-48F3-AF98-092FFDF72EA3}" srcOrd="0" destOrd="0" parTransId="{483D7B77-2942-41DF-9327-5167D258F99C}" sibTransId="{189130CB-5DBF-4A0B-AB6C-3C8D85BA7C6C}"/>
    <dgm:cxn modelId="{204EEF6C-BD61-418D-9CA9-F3EC6D995B74}" type="presOf" srcId="{AC6B7AEB-1624-4E21-8F55-71EE2A573A6A}" destId="{5B29FC30-A43E-4346-9C8F-A2952C2CF2F0}" srcOrd="0" destOrd="0" presId="urn:microsoft.com/office/officeart/2008/layout/PictureGrid"/>
    <dgm:cxn modelId="{1E08FF46-5DC8-4866-9F7D-87E8EE9F3C19}" srcId="{474B5248-0516-442E-957B-201ABC56D3DC}" destId="{4EC7A814-04DE-4B7E-8168-34BA4F5115E1}" srcOrd="1" destOrd="0" parTransId="{FE6F3983-73FD-4CA4-9A72-879F4D2C1E21}" sibTransId="{CDE712AB-029F-4AC0-86B6-8E724ADB552E}"/>
    <dgm:cxn modelId="{32793FAA-EB7B-4D28-B60F-485C72E49AA9}" type="presOf" srcId="{9663C587-0DCA-48F3-AF98-092FFDF72EA3}" destId="{BF41BCFF-A8F1-41E9-B20B-26EEBD93D6FB}" srcOrd="0" destOrd="0" presId="urn:microsoft.com/office/officeart/2008/layout/PictureGrid"/>
    <dgm:cxn modelId="{5B056564-9AE6-405D-AAB0-8D6E73E5AD42}" type="presParOf" srcId="{4E3D885D-E735-40AA-BB6E-0CCE52BF655E}" destId="{43DAB7CA-E9B6-4855-B2FC-3C7F52546E51}" srcOrd="0" destOrd="0" presId="urn:microsoft.com/office/officeart/2008/layout/PictureGrid"/>
    <dgm:cxn modelId="{98E7E84B-D0A5-44F7-ACD8-24FDA5A2E827}" type="presParOf" srcId="{43DAB7CA-E9B6-4855-B2FC-3C7F52546E51}" destId="{BF41BCFF-A8F1-41E9-B20B-26EEBD93D6FB}" srcOrd="0" destOrd="0" presId="urn:microsoft.com/office/officeart/2008/layout/PictureGrid"/>
    <dgm:cxn modelId="{7E409327-BB46-4F67-8F6B-C47D3A493813}" type="presParOf" srcId="{43DAB7CA-E9B6-4855-B2FC-3C7F52546E51}" destId="{93E7FEB6-DAF6-48E5-ADF8-4315008287D7}" srcOrd="1" destOrd="0" presId="urn:microsoft.com/office/officeart/2008/layout/PictureGrid"/>
    <dgm:cxn modelId="{260D207B-CD39-4230-A7E2-64AEBCC91DDC}" type="presParOf" srcId="{4E3D885D-E735-40AA-BB6E-0CCE52BF655E}" destId="{9BEA3611-91E7-454C-A918-54A56E064163}" srcOrd="1" destOrd="0" presId="urn:microsoft.com/office/officeart/2008/layout/PictureGrid"/>
    <dgm:cxn modelId="{22BBE6E6-7684-438A-9477-3D1D9256EB46}" type="presParOf" srcId="{4E3D885D-E735-40AA-BB6E-0CCE52BF655E}" destId="{7F4E0AB9-D1A0-4C6A-9FB0-8B2230BA75F4}" srcOrd="2" destOrd="0" presId="urn:microsoft.com/office/officeart/2008/layout/PictureGrid"/>
    <dgm:cxn modelId="{457FF56F-EF01-4B32-8252-18B675D8E9A5}" type="presParOf" srcId="{7F4E0AB9-D1A0-4C6A-9FB0-8B2230BA75F4}" destId="{5F14F37E-C360-4D46-8349-4557BCDA9262}" srcOrd="0" destOrd="0" presId="urn:microsoft.com/office/officeart/2008/layout/PictureGrid"/>
    <dgm:cxn modelId="{8B7A8457-2FA7-4F3C-B6E8-72E2F7FC59B8}" type="presParOf" srcId="{7F4E0AB9-D1A0-4C6A-9FB0-8B2230BA75F4}" destId="{47818FB2-FFDE-40FE-A51E-BBAEB5539E88}" srcOrd="1" destOrd="0" presId="urn:microsoft.com/office/officeart/2008/layout/PictureGrid"/>
    <dgm:cxn modelId="{364DC2F2-4CD1-4FEC-91A0-82E96F4B211F}" type="presParOf" srcId="{4E3D885D-E735-40AA-BB6E-0CCE52BF655E}" destId="{9C38A04F-61F7-439E-914F-B924E2969FE7}" srcOrd="3" destOrd="0" presId="urn:microsoft.com/office/officeart/2008/layout/PictureGrid"/>
    <dgm:cxn modelId="{99314C2E-A505-46F6-BB3F-948283F92FE5}" type="presParOf" srcId="{4E3D885D-E735-40AA-BB6E-0CCE52BF655E}" destId="{61BD7B28-0DAE-4A0B-A3A1-B64CA436D268}" srcOrd="4" destOrd="0" presId="urn:microsoft.com/office/officeart/2008/layout/PictureGrid"/>
    <dgm:cxn modelId="{4BAAF5EA-19A1-4407-99E6-07E0ECC5CFCC}" type="presParOf" srcId="{61BD7B28-0DAE-4A0B-A3A1-B64CA436D268}" destId="{5B29FC30-A43E-4346-9C8F-A2952C2CF2F0}" srcOrd="0" destOrd="0" presId="urn:microsoft.com/office/officeart/2008/layout/PictureGrid"/>
    <dgm:cxn modelId="{FB5BCC0A-3AC6-49D1-BA99-92C44D18E512}" type="presParOf" srcId="{61BD7B28-0DAE-4A0B-A3A1-B64CA436D268}" destId="{E6729A8A-9A32-4558-8D3F-F176D5313000}" srcOrd="1" destOrd="0" presId="urn:microsoft.com/office/officeart/2008/layout/PictureGrid"/>
    <dgm:cxn modelId="{35605D38-CA64-4160-A431-43BA2553AF7B}" type="presParOf" srcId="{4E3D885D-E735-40AA-BB6E-0CCE52BF655E}" destId="{DCF4ED18-854A-4E7E-9FBC-55FF73CA9A3F}" srcOrd="5" destOrd="0" presId="urn:microsoft.com/office/officeart/2008/layout/PictureGrid"/>
    <dgm:cxn modelId="{D5F38152-8F0A-432C-AD2A-1C71EA2DF126}" type="presParOf" srcId="{4E3D885D-E735-40AA-BB6E-0CCE52BF655E}" destId="{7DE3F609-554E-4E00-88B6-28E4E787803C}" srcOrd="6" destOrd="0" presId="urn:microsoft.com/office/officeart/2008/layout/PictureGrid"/>
    <dgm:cxn modelId="{CB34963A-E794-4878-B97B-5A4D6BC74603}" type="presParOf" srcId="{7DE3F609-554E-4E00-88B6-28E4E787803C}" destId="{6538972C-629E-4694-84CC-2BC94D7D63EE}" srcOrd="0" destOrd="0" presId="urn:microsoft.com/office/officeart/2008/layout/PictureGrid"/>
    <dgm:cxn modelId="{FC94068E-FBEE-4E3A-9A08-7BB33AC16CA8}" type="presParOf" srcId="{7DE3F609-554E-4E00-88B6-28E4E787803C}" destId="{1FF60B5C-E8DB-4D9B-8F95-CDF4CD8F7CB0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F7AD2-5453-4F78-9E54-24D36E9842C1}">
      <dsp:nvSpPr>
        <dsp:cNvPr id="0" name=""/>
        <dsp:cNvSpPr/>
      </dsp:nvSpPr>
      <dsp:spPr>
        <a:xfrm>
          <a:off x="0" y="1088719"/>
          <a:ext cx="12192000" cy="4680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71B66-C0CB-467D-B4C0-7F34DF6587EF}">
      <dsp:nvSpPr>
        <dsp:cNvPr id="0" name=""/>
        <dsp:cNvSpPr/>
      </dsp:nvSpPr>
      <dsp:spPr>
        <a:xfrm>
          <a:off x="8034932" y="2259000"/>
          <a:ext cx="2937867" cy="23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0" rIns="0" bIns="66040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6500" kern="1200" dirty="0" smtClean="0"/>
            <a:t>Flow</a:t>
          </a:r>
          <a:endParaRPr lang="de-DE" sz="6500" kern="1200" dirty="0"/>
        </a:p>
      </dsp:txBody>
      <dsp:txXfrm>
        <a:off x="8034932" y="2259000"/>
        <a:ext cx="2937867" cy="2340000"/>
      </dsp:txXfrm>
    </dsp:sp>
    <dsp:sp modelId="{9E4ABEAD-19C8-41CF-9F85-F7505A79BEE1}">
      <dsp:nvSpPr>
        <dsp:cNvPr id="0" name=""/>
        <dsp:cNvSpPr/>
      </dsp:nvSpPr>
      <dsp:spPr>
        <a:xfrm>
          <a:off x="4509492" y="2259000"/>
          <a:ext cx="2937867" cy="23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0" rIns="0" bIns="66040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6500" kern="1200" dirty="0" smtClean="0"/>
            <a:t>Task</a:t>
          </a:r>
          <a:endParaRPr lang="de-DE" sz="6500" kern="1200" dirty="0"/>
        </a:p>
      </dsp:txBody>
      <dsp:txXfrm>
        <a:off x="4509492" y="2259000"/>
        <a:ext cx="2937867" cy="2340000"/>
      </dsp:txXfrm>
    </dsp:sp>
    <dsp:sp modelId="{E1CCE1A7-248A-4410-9F5E-14CDA6756174}">
      <dsp:nvSpPr>
        <dsp:cNvPr id="0" name=""/>
        <dsp:cNvSpPr/>
      </dsp:nvSpPr>
      <dsp:spPr>
        <a:xfrm>
          <a:off x="984051" y="2259000"/>
          <a:ext cx="2937867" cy="23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0" rIns="0" bIns="66040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6500" kern="1200" dirty="0" err="1" smtClean="0"/>
            <a:t>Foraging</a:t>
          </a:r>
          <a:endParaRPr lang="de-DE" sz="6500" kern="1200" dirty="0"/>
        </a:p>
      </dsp:txBody>
      <dsp:txXfrm>
        <a:off x="984051" y="2259000"/>
        <a:ext cx="2937867" cy="234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C4F97-52CB-4B34-AA26-6B06C5E2C8BE}">
      <dsp:nvSpPr>
        <dsp:cNvPr id="0" name=""/>
        <dsp:cNvSpPr/>
      </dsp:nvSpPr>
      <dsp:spPr>
        <a:xfrm>
          <a:off x="739882" y="0"/>
          <a:ext cx="8385331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5BBE5-B577-4BF9-BAA8-9E45AC85F97C}">
      <dsp:nvSpPr>
        <dsp:cNvPr id="0" name=""/>
        <dsp:cNvSpPr/>
      </dsp:nvSpPr>
      <dsp:spPr>
        <a:xfrm>
          <a:off x="0" y="1625600"/>
          <a:ext cx="2959528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>
              <a:solidFill>
                <a:schemeClr val="bg1"/>
              </a:solidFill>
            </a:rPr>
            <a:t>Poor, 8min</a:t>
          </a:r>
        </a:p>
      </dsp:txBody>
      <dsp:txXfrm>
        <a:off x="105807" y="1731407"/>
        <a:ext cx="2747914" cy="1955852"/>
      </dsp:txXfrm>
    </dsp:sp>
    <dsp:sp modelId="{6F7EBCC5-1484-4157-9BBF-553253B19912}">
      <dsp:nvSpPr>
        <dsp:cNvPr id="0" name=""/>
        <dsp:cNvSpPr/>
      </dsp:nvSpPr>
      <dsp:spPr>
        <a:xfrm>
          <a:off x="3452783" y="1625600"/>
          <a:ext cx="2959528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/>
            <a:t>Rich, 8min</a:t>
          </a:r>
          <a:endParaRPr lang="de-DE" sz="3200" kern="1200" dirty="0"/>
        </a:p>
      </dsp:txBody>
      <dsp:txXfrm>
        <a:off x="3558590" y="1731407"/>
        <a:ext cx="2747914" cy="1955852"/>
      </dsp:txXfrm>
    </dsp:sp>
    <dsp:sp modelId="{08ACE74F-C2C8-4A46-A0A4-6EA34B916179}">
      <dsp:nvSpPr>
        <dsp:cNvPr id="0" name=""/>
        <dsp:cNvSpPr/>
      </dsp:nvSpPr>
      <dsp:spPr>
        <a:xfrm>
          <a:off x="6905567" y="1625600"/>
          <a:ext cx="2959528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/>
            <a:t>Poor, 8min</a:t>
          </a:r>
          <a:endParaRPr lang="de-DE" sz="3200" kern="1200" dirty="0"/>
        </a:p>
      </dsp:txBody>
      <dsp:txXfrm>
        <a:off x="7011374" y="1731407"/>
        <a:ext cx="2747914" cy="19558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B531B-79E2-4629-8879-F74C88B0B9B8}">
      <dsp:nvSpPr>
        <dsp:cNvPr id="0" name=""/>
        <dsp:cNvSpPr/>
      </dsp:nvSpPr>
      <dsp:spPr>
        <a:xfrm>
          <a:off x="0" y="35782"/>
          <a:ext cx="2664295" cy="1080000"/>
        </a:xfrm>
        <a:prstGeom prst="rightArrow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97FAF-F602-4EA5-8A68-28D2187B4875}">
      <dsp:nvSpPr>
        <dsp:cNvPr id="0" name=""/>
        <dsp:cNvSpPr/>
      </dsp:nvSpPr>
      <dsp:spPr>
        <a:xfrm>
          <a:off x="0" y="287861"/>
          <a:ext cx="2182953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0" bIns="15240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 err="1" smtClean="0">
              <a:solidFill>
                <a:schemeClr val="bg1"/>
              </a:solidFill>
            </a:rPr>
            <a:t>Instructions</a:t>
          </a:r>
          <a:r>
            <a:rPr lang="de-DE" sz="1500" kern="1200" dirty="0" smtClean="0">
              <a:solidFill>
                <a:schemeClr val="bg1"/>
              </a:solidFill>
            </a:rPr>
            <a:t> &amp; Training</a:t>
          </a:r>
          <a:endParaRPr lang="de-DE" sz="1500" kern="1200" dirty="0">
            <a:solidFill>
              <a:schemeClr val="bg1"/>
            </a:solidFill>
          </a:endParaRPr>
        </a:p>
      </dsp:txBody>
      <dsp:txXfrm>
        <a:off x="0" y="287861"/>
        <a:ext cx="2182953" cy="54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B531B-79E2-4629-8879-F74C88B0B9B8}">
      <dsp:nvSpPr>
        <dsp:cNvPr id="0" name=""/>
        <dsp:cNvSpPr/>
      </dsp:nvSpPr>
      <dsp:spPr>
        <a:xfrm>
          <a:off x="0" y="35782"/>
          <a:ext cx="2664295" cy="1080000"/>
        </a:xfrm>
        <a:prstGeom prst="rightArrow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97FAF-F602-4EA5-8A68-28D2187B4875}">
      <dsp:nvSpPr>
        <dsp:cNvPr id="0" name=""/>
        <dsp:cNvSpPr/>
      </dsp:nvSpPr>
      <dsp:spPr>
        <a:xfrm>
          <a:off x="0" y="287861"/>
          <a:ext cx="2182953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0" bIns="15240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 smtClean="0">
              <a:solidFill>
                <a:schemeClr val="bg1"/>
              </a:solidFill>
            </a:rPr>
            <a:t>Show Global Outcome, 10s</a:t>
          </a:r>
        </a:p>
      </dsp:txBody>
      <dsp:txXfrm>
        <a:off x="0" y="287861"/>
        <a:ext cx="2182953" cy="54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D24C3-CA36-486B-A208-C80D91E1A467}">
      <dsp:nvSpPr>
        <dsp:cNvPr id="0" name=""/>
        <dsp:cNvSpPr/>
      </dsp:nvSpPr>
      <dsp:spPr>
        <a:xfrm>
          <a:off x="515356" y="-238599"/>
          <a:ext cx="5896539" cy="5896539"/>
        </a:xfrm>
        <a:prstGeom prst="circularArrow">
          <a:avLst>
            <a:gd name="adj1" fmla="val 5310"/>
            <a:gd name="adj2" fmla="val 343918"/>
            <a:gd name="adj3" fmla="val 15014815"/>
            <a:gd name="adj4" fmla="val 16661740"/>
            <a:gd name="adj5" fmla="val 6195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969FF-4630-4FD7-AA58-B23C35DE184D}">
      <dsp:nvSpPr>
        <dsp:cNvPr id="0" name=""/>
        <dsp:cNvSpPr/>
      </dsp:nvSpPr>
      <dsp:spPr>
        <a:xfrm>
          <a:off x="2747615" y="216232"/>
          <a:ext cx="1152173" cy="242318"/>
        </a:xfrm>
        <a:prstGeom prst="roundRect">
          <a:avLst/>
        </a:prstGeom>
        <a:solidFill>
          <a:srgbClr val="D1DDED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smtClean="0">
              <a:solidFill>
                <a:schemeClr val="tx1"/>
              </a:solidFill>
            </a:rPr>
            <a:t>Repeat </a:t>
          </a:r>
          <a:r>
            <a:rPr lang="de-DE" sz="1000" kern="1200" dirty="0" err="1" smtClean="0">
              <a:solidFill>
                <a:schemeClr val="tx1"/>
              </a:solidFill>
            </a:rPr>
            <a:t>for</a:t>
          </a:r>
          <a:r>
            <a:rPr lang="de-DE" sz="1000" kern="1200" dirty="0" smtClean="0">
              <a:solidFill>
                <a:schemeClr val="tx1"/>
              </a:solidFill>
            </a:rPr>
            <a:t> 8 min</a:t>
          </a:r>
          <a:endParaRPr lang="de-DE" sz="1000" kern="1200" dirty="0">
            <a:solidFill>
              <a:schemeClr val="tx1"/>
            </a:solidFill>
          </a:endParaRPr>
        </a:p>
      </dsp:txBody>
      <dsp:txXfrm>
        <a:off x="2759444" y="228061"/>
        <a:ext cx="1128515" cy="218660"/>
      </dsp:txXfrm>
    </dsp:sp>
    <dsp:sp modelId="{2212A516-D940-428C-8144-7D415E1E6FF6}">
      <dsp:nvSpPr>
        <dsp:cNvPr id="0" name=""/>
        <dsp:cNvSpPr/>
      </dsp:nvSpPr>
      <dsp:spPr>
        <a:xfrm flipV="1">
          <a:off x="4824546" y="4320474"/>
          <a:ext cx="45724" cy="785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500" kern="1200" dirty="0"/>
        </a:p>
      </dsp:txBody>
      <dsp:txXfrm rot="10800000">
        <a:off x="4826778" y="4322706"/>
        <a:ext cx="41260" cy="740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01B33-1CBF-480D-82EC-9EEBE762E147}">
      <dsp:nvSpPr>
        <dsp:cNvPr id="0" name=""/>
        <dsp:cNvSpPr/>
      </dsp:nvSpPr>
      <dsp:spPr>
        <a:xfrm>
          <a:off x="1667" y="92368"/>
          <a:ext cx="3412592" cy="957532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E9A8E-4DF6-40DE-B5A0-5FFF4A2B88E7}">
      <dsp:nvSpPr>
        <dsp:cNvPr id="0" name=""/>
        <dsp:cNvSpPr/>
      </dsp:nvSpPr>
      <dsp:spPr>
        <a:xfrm>
          <a:off x="276257" y="331751"/>
          <a:ext cx="2852713" cy="478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3200" rIns="0" bIns="203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>
              <a:solidFill>
                <a:schemeClr val="bg1"/>
              </a:solidFill>
            </a:rPr>
            <a:t>Block </a:t>
          </a:r>
          <a:r>
            <a:rPr lang="de-DE" sz="2000" kern="1200" dirty="0" err="1" smtClean="0">
              <a:solidFill>
                <a:schemeClr val="bg1"/>
              </a:solidFill>
            </a:rPr>
            <a:t>Announcement</a:t>
          </a:r>
          <a:r>
            <a:rPr lang="de-DE" sz="2000" kern="1200" dirty="0" smtClean="0">
              <a:solidFill>
                <a:schemeClr val="bg1"/>
              </a:solidFill>
            </a:rPr>
            <a:t>, 4s</a:t>
          </a:r>
          <a:endParaRPr lang="de-DE" sz="2000" kern="1200" dirty="0">
            <a:solidFill>
              <a:schemeClr val="bg1"/>
            </a:solidFill>
          </a:endParaRPr>
        </a:p>
      </dsp:txBody>
      <dsp:txXfrm>
        <a:off x="276257" y="331751"/>
        <a:ext cx="2852713" cy="4787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01B33-1CBF-480D-82EC-9EEBE762E147}">
      <dsp:nvSpPr>
        <dsp:cNvPr id="0" name=""/>
        <dsp:cNvSpPr/>
      </dsp:nvSpPr>
      <dsp:spPr>
        <a:xfrm>
          <a:off x="1667" y="133301"/>
          <a:ext cx="3412592" cy="957532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E9A8E-4DF6-40DE-B5A0-5FFF4A2B88E7}">
      <dsp:nvSpPr>
        <dsp:cNvPr id="0" name=""/>
        <dsp:cNvSpPr/>
      </dsp:nvSpPr>
      <dsp:spPr>
        <a:xfrm>
          <a:off x="275806" y="372684"/>
          <a:ext cx="2832718" cy="478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3200" rIns="0" bIns="203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>
              <a:solidFill>
                <a:schemeClr val="bg1"/>
              </a:solidFill>
            </a:rPr>
            <a:t>Approach </a:t>
          </a:r>
          <a:r>
            <a:rPr lang="de-DE" sz="2000" kern="1200" dirty="0" err="1" smtClean="0">
              <a:solidFill>
                <a:schemeClr val="bg1"/>
              </a:solidFill>
            </a:rPr>
            <a:t>of</a:t>
          </a:r>
          <a:r>
            <a:rPr lang="de-DE" sz="2000" kern="1200" dirty="0" smtClean="0">
              <a:solidFill>
                <a:schemeClr val="bg1"/>
              </a:solidFill>
            </a:rPr>
            <a:t> </a:t>
          </a:r>
          <a:r>
            <a:rPr lang="de-DE" sz="2000" kern="1200" dirty="0" err="1" smtClean="0">
              <a:solidFill>
                <a:schemeClr val="bg1"/>
              </a:solidFill>
            </a:rPr>
            <a:t>option</a:t>
          </a:r>
          <a:r>
            <a:rPr lang="de-DE" sz="2000" kern="1200" dirty="0" smtClean="0">
              <a:solidFill>
                <a:schemeClr val="bg1"/>
              </a:solidFill>
            </a:rPr>
            <a:t> </a:t>
          </a:r>
          <a:r>
            <a:rPr lang="de-DE" sz="2000" kern="1200" dirty="0" err="1" smtClean="0">
              <a:solidFill>
                <a:schemeClr val="bg1"/>
              </a:solidFill>
            </a:rPr>
            <a:t>to</a:t>
          </a:r>
          <a:r>
            <a:rPr lang="de-DE" sz="2000" kern="1200" dirty="0" smtClean="0">
              <a:solidFill>
                <a:schemeClr val="bg1"/>
              </a:solidFill>
            </a:rPr>
            <a:t> </a:t>
          </a:r>
          <a:r>
            <a:rPr lang="de-DE" sz="2000" kern="1200" dirty="0" err="1" smtClean="0">
              <a:solidFill>
                <a:schemeClr val="bg1"/>
              </a:solidFill>
            </a:rPr>
            <a:t>target</a:t>
          </a:r>
          <a:r>
            <a:rPr lang="de-DE" sz="2000" kern="1200" dirty="0" smtClean="0">
              <a:solidFill>
                <a:schemeClr val="bg1"/>
              </a:solidFill>
            </a:rPr>
            <a:t>, &lt;= 2s</a:t>
          </a:r>
          <a:endParaRPr lang="de-DE" sz="2000" kern="1200" dirty="0">
            <a:solidFill>
              <a:schemeClr val="bg1"/>
            </a:solidFill>
          </a:endParaRPr>
        </a:p>
      </dsp:txBody>
      <dsp:txXfrm>
        <a:off x="275806" y="372684"/>
        <a:ext cx="2832718" cy="4787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4C7D0-E0E9-48C3-91DC-4F4582C8CBD9}">
      <dsp:nvSpPr>
        <dsp:cNvPr id="0" name=""/>
        <dsp:cNvSpPr/>
      </dsp:nvSpPr>
      <dsp:spPr>
        <a:xfrm>
          <a:off x="0" y="22582"/>
          <a:ext cx="3888432" cy="1152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B3614-8B6F-4FAE-AF5E-4BCF711BDFF0}">
      <dsp:nvSpPr>
        <dsp:cNvPr id="0" name=""/>
        <dsp:cNvSpPr/>
      </dsp:nvSpPr>
      <dsp:spPr>
        <a:xfrm>
          <a:off x="312073" y="310583"/>
          <a:ext cx="3277067" cy="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2560" rIns="0" bIns="1625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 dirty="0" err="1" smtClean="0">
              <a:solidFill>
                <a:schemeClr val="bg1"/>
              </a:solidFill>
            </a:rPr>
            <a:t>Participant</a:t>
          </a:r>
          <a:r>
            <a:rPr lang="de-DE" sz="1600" kern="1200" dirty="0" smtClean="0">
              <a:solidFill>
                <a:schemeClr val="bg1"/>
              </a:solidFill>
            </a:rPr>
            <a:t> </a:t>
          </a:r>
          <a:r>
            <a:rPr lang="de-DE" sz="1600" kern="1200" dirty="0" err="1" smtClean="0">
              <a:solidFill>
                <a:schemeClr val="bg1"/>
              </a:solidFill>
            </a:rPr>
            <a:t>reaction</a:t>
          </a:r>
          <a:r>
            <a:rPr lang="de-DE" sz="1600" kern="1200" dirty="0" smtClean="0">
              <a:solidFill>
                <a:schemeClr val="bg1"/>
              </a:solidFill>
            </a:rPr>
            <a:t>, 0s – 11s</a:t>
          </a:r>
          <a:endParaRPr lang="de-DE" sz="1600" kern="1200" dirty="0">
            <a:solidFill>
              <a:schemeClr val="bg1"/>
            </a:solidFill>
          </a:endParaRPr>
        </a:p>
      </dsp:txBody>
      <dsp:txXfrm>
        <a:off x="312073" y="310583"/>
        <a:ext cx="3277067" cy="576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01B33-1CBF-480D-82EC-9EEBE762E147}">
      <dsp:nvSpPr>
        <dsp:cNvPr id="0" name=""/>
        <dsp:cNvSpPr/>
      </dsp:nvSpPr>
      <dsp:spPr>
        <a:xfrm>
          <a:off x="3335" y="0"/>
          <a:ext cx="3412592" cy="957532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E9A8E-4DF6-40DE-B5A0-5FFF4A2B88E7}">
      <dsp:nvSpPr>
        <dsp:cNvPr id="0" name=""/>
        <dsp:cNvSpPr/>
      </dsp:nvSpPr>
      <dsp:spPr>
        <a:xfrm>
          <a:off x="275806" y="372684"/>
          <a:ext cx="2832718" cy="478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3200" rIns="0" bIns="203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>
              <a:solidFill>
                <a:schemeClr val="bg1"/>
              </a:solidFill>
            </a:rPr>
            <a:t>ISI, 2s</a:t>
          </a:r>
          <a:endParaRPr lang="de-DE" sz="2000" kern="1200" dirty="0">
            <a:solidFill>
              <a:schemeClr val="bg1"/>
            </a:solidFill>
          </a:endParaRPr>
        </a:p>
      </dsp:txBody>
      <dsp:txXfrm>
        <a:off x="275806" y="372684"/>
        <a:ext cx="2832718" cy="4787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241A4-A433-49B3-8BED-A3571FD3B301}">
      <dsp:nvSpPr>
        <dsp:cNvPr id="0" name=""/>
        <dsp:cNvSpPr/>
      </dsp:nvSpPr>
      <dsp:spPr>
        <a:xfrm>
          <a:off x="0" y="0"/>
          <a:ext cx="6649923" cy="1080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5456D-9FBF-4E7B-BCC6-DD8528AF4B1C}">
      <dsp:nvSpPr>
        <dsp:cNvPr id="0" name=""/>
        <dsp:cNvSpPr/>
      </dsp:nvSpPr>
      <dsp:spPr>
        <a:xfrm>
          <a:off x="2327474" y="324000"/>
          <a:ext cx="1994978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err="1" smtClean="0"/>
            <a:t>Reject</a:t>
          </a:r>
          <a:endParaRPr lang="de-DE" sz="1800" kern="1200" dirty="0" smtClean="0"/>
        </a:p>
      </dsp:txBody>
      <dsp:txXfrm>
        <a:off x="2348563" y="345089"/>
        <a:ext cx="1952800" cy="38982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241A4-A433-49B3-8BED-A3571FD3B301}">
      <dsp:nvSpPr>
        <dsp:cNvPr id="0" name=""/>
        <dsp:cNvSpPr/>
      </dsp:nvSpPr>
      <dsp:spPr>
        <a:xfrm>
          <a:off x="0" y="0"/>
          <a:ext cx="6649924" cy="1080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5456D-9FBF-4E7B-BCC6-DD8528AF4B1C}">
      <dsp:nvSpPr>
        <dsp:cNvPr id="0" name=""/>
        <dsp:cNvSpPr/>
      </dsp:nvSpPr>
      <dsp:spPr>
        <a:xfrm>
          <a:off x="595506" y="324000"/>
          <a:ext cx="2563209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Miss</a:t>
          </a:r>
        </a:p>
      </dsp:txBody>
      <dsp:txXfrm>
        <a:off x="616595" y="345089"/>
        <a:ext cx="2521031" cy="389822"/>
      </dsp:txXfrm>
    </dsp:sp>
    <dsp:sp modelId="{33B9DD71-04E2-438F-B496-A3B5BA7B8436}">
      <dsp:nvSpPr>
        <dsp:cNvPr id="0" name=""/>
        <dsp:cNvSpPr/>
      </dsp:nvSpPr>
      <dsp:spPr>
        <a:xfrm>
          <a:off x="3491212" y="324000"/>
          <a:ext cx="2563209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Timeout </a:t>
          </a:r>
          <a:r>
            <a:rPr lang="de-DE" sz="1800" kern="1200" dirty="0" err="1" smtClean="0"/>
            <a:t>punishment</a:t>
          </a:r>
          <a:r>
            <a:rPr lang="de-DE" sz="1800" kern="1200" dirty="0" smtClean="0"/>
            <a:t>, 8s</a:t>
          </a:r>
        </a:p>
      </dsp:txBody>
      <dsp:txXfrm>
        <a:off x="3512301" y="345089"/>
        <a:ext cx="2521031" cy="38982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241A4-A433-49B3-8BED-A3571FD3B301}">
      <dsp:nvSpPr>
        <dsp:cNvPr id="0" name=""/>
        <dsp:cNvSpPr/>
      </dsp:nvSpPr>
      <dsp:spPr>
        <a:xfrm>
          <a:off x="0" y="0"/>
          <a:ext cx="6649923" cy="1080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5456D-9FBF-4E7B-BCC6-DD8528AF4B1C}">
      <dsp:nvSpPr>
        <dsp:cNvPr id="0" name=""/>
        <dsp:cNvSpPr/>
      </dsp:nvSpPr>
      <dsp:spPr>
        <a:xfrm>
          <a:off x="94164" y="324000"/>
          <a:ext cx="1994978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err="1" smtClean="0"/>
            <a:t>Accept</a:t>
          </a:r>
          <a:endParaRPr lang="de-DE" sz="1800" kern="1200" dirty="0" smtClean="0"/>
        </a:p>
      </dsp:txBody>
      <dsp:txXfrm>
        <a:off x="115253" y="345089"/>
        <a:ext cx="1952800" cy="389822"/>
      </dsp:txXfrm>
    </dsp:sp>
    <dsp:sp modelId="{0D52AB8B-E724-4FCC-96A1-8DA752F6EA6E}">
      <dsp:nvSpPr>
        <dsp:cNvPr id="0" name=""/>
        <dsp:cNvSpPr/>
      </dsp:nvSpPr>
      <dsp:spPr>
        <a:xfrm>
          <a:off x="2327474" y="324000"/>
          <a:ext cx="1994978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Holding </a:t>
          </a:r>
          <a:r>
            <a:rPr lang="de-DE" sz="1800" kern="1200" dirty="0" err="1" smtClean="0"/>
            <a:t>phase</a:t>
          </a:r>
          <a:r>
            <a:rPr lang="de-DE" sz="1800" kern="1200" dirty="0" smtClean="0"/>
            <a:t>, 3s</a:t>
          </a:r>
        </a:p>
      </dsp:txBody>
      <dsp:txXfrm>
        <a:off x="2348563" y="345089"/>
        <a:ext cx="1952800" cy="389822"/>
      </dsp:txXfrm>
    </dsp:sp>
    <dsp:sp modelId="{3E50DD0E-ED56-4957-BAD8-B58E28226FFC}">
      <dsp:nvSpPr>
        <dsp:cNvPr id="0" name=""/>
        <dsp:cNvSpPr/>
      </dsp:nvSpPr>
      <dsp:spPr>
        <a:xfrm>
          <a:off x="4560784" y="324000"/>
          <a:ext cx="1994978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err="1" smtClean="0"/>
            <a:t>Reward</a:t>
          </a:r>
          <a:r>
            <a:rPr lang="de-DE" sz="1800" kern="1200" dirty="0" smtClean="0"/>
            <a:t>, 1s</a:t>
          </a:r>
        </a:p>
      </dsp:txBody>
      <dsp:txXfrm>
        <a:off x="4581873" y="345089"/>
        <a:ext cx="1952800" cy="38982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241A4-A433-49B3-8BED-A3571FD3B301}">
      <dsp:nvSpPr>
        <dsp:cNvPr id="0" name=""/>
        <dsp:cNvSpPr/>
      </dsp:nvSpPr>
      <dsp:spPr>
        <a:xfrm>
          <a:off x="0" y="0"/>
          <a:ext cx="6649923" cy="1080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5456D-9FBF-4E7B-BCC6-DD8528AF4B1C}">
      <dsp:nvSpPr>
        <dsp:cNvPr id="0" name=""/>
        <dsp:cNvSpPr/>
      </dsp:nvSpPr>
      <dsp:spPr>
        <a:xfrm>
          <a:off x="94164" y="324000"/>
          <a:ext cx="1994978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err="1" smtClean="0"/>
            <a:t>Accept</a:t>
          </a:r>
          <a:endParaRPr lang="de-DE" sz="1800" kern="1200" dirty="0" smtClean="0"/>
        </a:p>
      </dsp:txBody>
      <dsp:txXfrm>
        <a:off x="115253" y="345089"/>
        <a:ext cx="1952800" cy="389822"/>
      </dsp:txXfrm>
    </dsp:sp>
    <dsp:sp modelId="{A1B3D0A3-A56E-43D2-8D58-1CFBE9812E90}">
      <dsp:nvSpPr>
        <dsp:cNvPr id="0" name=""/>
        <dsp:cNvSpPr/>
      </dsp:nvSpPr>
      <dsp:spPr>
        <a:xfrm>
          <a:off x="2327474" y="324000"/>
          <a:ext cx="1994978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Fail </a:t>
          </a:r>
          <a:r>
            <a:rPr lang="de-DE" sz="1800" kern="1200" dirty="0" err="1" smtClean="0"/>
            <a:t>holding</a:t>
          </a:r>
          <a:r>
            <a:rPr lang="de-DE" sz="1800" kern="1200" dirty="0" smtClean="0"/>
            <a:t>, &lt;3s</a:t>
          </a:r>
        </a:p>
      </dsp:txBody>
      <dsp:txXfrm>
        <a:off x="2348563" y="345089"/>
        <a:ext cx="1952800" cy="389822"/>
      </dsp:txXfrm>
    </dsp:sp>
    <dsp:sp modelId="{CF446253-1FCD-4568-8B48-12FB9F1A1F3A}">
      <dsp:nvSpPr>
        <dsp:cNvPr id="0" name=""/>
        <dsp:cNvSpPr/>
      </dsp:nvSpPr>
      <dsp:spPr>
        <a:xfrm>
          <a:off x="4560784" y="324000"/>
          <a:ext cx="1994978" cy="4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Timeout, 8s</a:t>
          </a:r>
        </a:p>
      </dsp:txBody>
      <dsp:txXfrm>
        <a:off x="4581873" y="345089"/>
        <a:ext cx="1952800" cy="38982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7354E-5638-4335-B1BD-024B512C4641}">
      <dsp:nvSpPr>
        <dsp:cNvPr id="0" name=""/>
        <dsp:cNvSpPr/>
      </dsp:nvSpPr>
      <dsp:spPr>
        <a:xfrm>
          <a:off x="123962" y="2256"/>
          <a:ext cx="1552607" cy="4450958"/>
        </a:xfrm>
        <a:prstGeom prst="rect">
          <a:avLst/>
        </a:prstGeom>
        <a:solidFill>
          <a:srgbClr val="D2DEEF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700" kern="1200" dirty="0" smtClean="0"/>
            <a:t>Approach &lt;= 2s</a:t>
          </a:r>
          <a:endParaRPr lang="de-DE" sz="2700" kern="1200" dirty="0"/>
        </a:p>
      </dsp:txBody>
      <dsp:txXfrm>
        <a:off x="123962" y="2256"/>
        <a:ext cx="1552607" cy="44509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7354E-5638-4335-B1BD-024B512C4641}">
      <dsp:nvSpPr>
        <dsp:cNvPr id="0" name=""/>
        <dsp:cNvSpPr/>
      </dsp:nvSpPr>
      <dsp:spPr>
        <a:xfrm>
          <a:off x="247924" y="4512"/>
          <a:ext cx="1552607" cy="4450958"/>
        </a:xfrm>
        <a:prstGeom prst="rect">
          <a:avLst/>
        </a:prstGeom>
        <a:solidFill>
          <a:srgbClr val="D2DEEF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800" kern="1200" dirty="0" smtClean="0"/>
            <a:t>ISI 2s</a:t>
          </a:r>
        </a:p>
      </dsp:txBody>
      <dsp:txXfrm>
        <a:off x="247924" y="4512"/>
        <a:ext cx="1552607" cy="44509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1BCFF-A8F1-41E9-B20B-26EEBD93D6FB}">
      <dsp:nvSpPr>
        <dsp:cNvPr id="0" name=""/>
        <dsp:cNvSpPr/>
      </dsp:nvSpPr>
      <dsp:spPr>
        <a:xfrm>
          <a:off x="1071733" y="45572"/>
          <a:ext cx="1972154" cy="295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0960" rIns="60960" bIns="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 dirty="0" smtClean="0"/>
            <a:t>Option 1</a:t>
          </a:r>
          <a:endParaRPr lang="de-DE" sz="1600" kern="1200" dirty="0"/>
        </a:p>
      </dsp:txBody>
      <dsp:txXfrm>
        <a:off x="1071733" y="45572"/>
        <a:ext cx="1972154" cy="295823"/>
      </dsp:txXfrm>
    </dsp:sp>
    <dsp:sp modelId="{93E7FEB6-DAF6-48E5-ADF8-4315008287D7}">
      <dsp:nvSpPr>
        <dsp:cNvPr id="0" name=""/>
        <dsp:cNvSpPr/>
      </dsp:nvSpPr>
      <dsp:spPr>
        <a:xfrm>
          <a:off x="1071733" y="400028"/>
          <a:ext cx="1972154" cy="1972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4F37E-C360-4D46-8349-4557BCDA9262}">
      <dsp:nvSpPr>
        <dsp:cNvPr id="0" name=""/>
        <dsp:cNvSpPr/>
      </dsp:nvSpPr>
      <dsp:spPr>
        <a:xfrm>
          <a:off x="3252360" y="45572"/>
          <a:ext cx="1972154" cy="295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0960" rIns="60960" bIns="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 dirty="0" smtClean="0"/>
            <a:t>Option 2</a:t>
          </a:r>
          <a:endParaRPr lang="de-DE" sz="1600" kern="1200" dirty="0"/>
        </a:p>
      </dsp:txBody>
      <dsp:txXfrm>
        <a:off x="3252360" y="45572"/>
        <a:ext cx="1972154" cy="295823"/>
      </dsp:txXfrm>
    </dsp:sp>
    <dsp:sp modelId="{47818FB2-FFDE-40FE-A51E-BBAEB5539E88}">
      <dsp:nvSpPr>
        <dsp:cNvPr id="0" name=""/>
        <dsp:cNvSpPr/>
      </dsp:nvSpPr>
      <dsp:spPr>
        <a:xfrm>
          <a:off x="3252360" y="400028"/>
          <a:ext cx="1972154" cy="1972154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9FC30-A43E-4346-9C8F-A2952C2CF2F0}">
      <dsp:nvSpPr>
        <dsp:cNvPr id="0" name=""/>
        <dsp:cNvSpPr/>
      </dsp:nvSpPr>
      <dsp:spPr>
        <a:xfrm>
          <a:off x="1071733" y="2569398"/>
          <a:ext cx="1972154" cy="295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0960" rIns="60960" bIns="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 dirty="0" smtClean="0"/>
            <a:t>Option 3</a:t>
          </a:r>
          <a:endParaRPr lang="de-DE" sz="1600" kern="1200" dirty="0"/>
        </a:p>
      </dsp:txBody>
      <dsp:txXfrm>
        <a:off x="1071733" y="2569398"/>
        <a:ext cx="1972154" cy="295823"/>
      </dsp:txXfrm>
    </dsp:sp>
    <dsp:sp modelId="{E6729A8A-9A32-4558-8D3F-F176D5313000}">
      <dsp:nvSpPr>
        <dsp:cNvPr id="0" name=""/>
        <dsp:cNvSpPr/>
      </dsp:nvSpPr>
      <dsp:spPr>
        <a:xfrm>
          <a:off x="1071733" y="2923854"/>
          <a:ext cx="1972154" cy="1972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8972C-629E-4694-84CC-2BC94D7D63EE}">
      <dsp:nvSpPr>
        <dsp:cNvPr id="0" name=""/>
        <dsp:cNvSpPr/>
      </dsp:nvSpPr>
      <dsp:spPr>
        <a:xfrm>
          <a:off x="3252360" y="2569398"/>
          <a:ext cx="1972154" cy="2958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0960" rIns="60960" bIns="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kern="1200" dirty="0" smtClean="0"/>
            <a:t>Option 4</a:t>
          </a:r>
        </a:p>
      </dsp:txBody>
      <dsp:txXfrm>
        <a:off x="3252360" y="2569398"/>
        <a:ext cx="1972154" cy="295823"/>
      </dsp:txXfrm>
    </dsp:sp>
    <dsp:sp modelId="{1FF60B5C-E8DB-4D9B-8F95-CDF4CD8F7CB0}">
      <dsp:nvSpPr>
        <dsp:cNvPr id="0" name=""/>
        <dsp:cNvSpPr/>
      </dsp:nvSpPr>
      <dsp:spPr>
        <a:xfrm>
          <a:off x="3252360" y="2923854"/>
          <a:ext cx="1972154" cy="1972154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66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38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27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78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56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02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94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28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21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26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9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66DD4-3B57-4DBE-8554-96B8C3207DD7}" type="datetimeFigureOut">
              <a:rPr lang="en-GB" smtClean="0"/>
              <a:t>04/04/2024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D8A59-5322-4966-BBE1-37A72DEADE0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939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26" Type="http://schemas.microsoft.com/office/2007/relationships/diagramDrawing" Target="../diagrams/drawing9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5" Type="http://schemas.openxmlformats.org/officeDocument/2006/relationships/diagramColors" Target="../diagrams/colors9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24" Type="http://schemas.openxmlformats.org/officeDocument/2006/relationships/diagramQuickStyle" Target="../diagrams/quickStyle9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23" Type="http://schemas.openxmlformats.org/officeDocument/2006/relationships/diagramLayout" Target="../diagrams/layout9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Relationship Id="rId22" Type="http://schemas.openxmlformats.org/officeDocument/2006/relationships/diagramData" Target="../diagrams/data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diagramLayout" Target="../diagrams/layout12.xml"/><Relationship Id="rId18" Type="http://schemas.openxmlformats.org/officeDocument/2006/relationships/diagramLayout" Target="../diagrams/layout13.xml"/><Relationship Id="rId26" Type="http://schemas.microsoft.com/office/2007/relationships/diagramDrawing" Target="../diagrams/drawing14.xml"/><Relationship Id="rId3" Type="http://schemas.openxmlformats.org/officeDocument/2006/relationships/diagramLayout" Target="../diagrams/layout10.xml"/><Relationship Id="rId21" Type="http://schemas.microsoft.com/office/2007/relationships/diagramDrawing" Target="../diagrams/drawing13.xml"/><Relationship Id="rId7" Type="http://schemas.openxmlformats.org/officeDocument/2006/relationships/diagramData" Target="../diagrams/data11.xml"/><Relationship Id="rId12" Type="http://schemas.openxmlformats.org/officeDocument/2006/relationships/diagramData" Target="../diagrams/data12.xml"/><Relationship Id="rId17" Type="http://schemas.openxmlformats.org/officeDocument/2006/relationships/diagramData" Target="../diagrams/data13.xml"/><Relationship Id="rId25" Type="http://schemas.openxmlformats.org/officeDocument/2006/relationships/diagramColors" Target="../diagrams/colors14.xml"/><Relationship Id="rId2" Type="http://schemas.openxmlformats.org/officeDocument/2006/relationships/diagramData" Target="../diagrams/data10.xml"/><Relationship Id="rId16" Type="http://schemas.microsoft.com/office/2007/relationships/diagramDrawing" Target="../diagrams/drawing12.xml"/><Relationship Id="rId20" Type="http://schemas.openxmlformats.org/officeDocument/2006/relationships/diagramColors" Target="../diagrams/colors13.xml"/><Relationship Id="rId29" Type="http://schemas.openxmlformats.org/officeDocument/2006/relationships/diagramQuickStyle" Target="../diagrams/quickStyle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24" Type="http://schemas.openxmlformats.org/officeDocument/2006/relationships/diagramQuickStyle" Target="../diagrams/quickStyle14.xml"/><Relationship Id="rId5" Type="http://schemas.openxmlformats.org/officeDocument/2006/relationships/diagramColors" Target="../diagrams/colors10.xml"/><Relationship Id="rId15" Type="http://schemas.openxmlformats.org/officeDocument/2006/relationships/diagramColors" Target="../diagrams/colors12.xml"/><Relationship Id="rId23" Type="http://schemas.openxmlformats.org/officeDocument/2006/relationships/diagramLayout" Target="../diagrams/layout14.xml"/><Relationship Id="rId28" Type="http://schemas.openxmlformats.org/officeDocument/2006/relationships/diagramLayout" Target="../diagrams/layout15.xml"/><Relationship Id="rId10" Type="http://schemas.openxmlformats.org/officeDocument/2006/relationships/diagramColors" Target="../diagrams/colors11.xml"/><Relationship Id="rId19" Type="http://schemas.openxmlformats.org/officeDocument/2006/relationships/diagramQuickStyle" Target="../diagrams/quickStyle13.xml"/><Relationship Id="rId31" Type="http://schemas.microsoft.com/office/2007/relationships/diagramDrawing" Target="../diagrams/drawing15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Relationship Id="rId14" Type="http://schemas.openxmlformats.org/officeDocument/2006/relationships/diagramQuickStyle" Target="../diagrams/quickStyle12.xml"/><Relationship Id="rId22" Type="http://schemas.openxmlformats.org/officeDocument/2006/relationships/diagramData" Target="../diagrams/data14.xml"/><Relationship Id="rId27" Type="http://schemas.openxmlformats.org/officeDocument/2006/relationships/diagramData" Target="../diagrams/data15.xml"/><Relationship Id="rId30" Type="http://schemas.openxmlformats.org/officeDocument/2006/relationships/diagramColors" Target="../diagrams/colors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13192188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518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04664"/>
            <a:ext cx="1137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1 Session Consists of 3 blocks, ~24 min in total</a:t>
            </a:r>
            <a:endParaRPr lang="en-GB" sz="2800" dirty="0"/>
          </a:p>
        </p:txBody>
      </p:sp>
      <p:graphicFrame>
        <p:nvGraphicFramePr>
          <p:cNvPr id="8" name="Diagramm 7"/>
          <p:cNvGraphicFramePr/>
          <p:nvPr>
            <p:extLst>
              <p:ext uri="{D42A27DB-BD31-4B8C-83A1-F6EECF244321}">
                <p14:modId xmlns:p14="http://schemas.microsoft.com/office/powerpoint/2010/main" val="3452389474"/>
              </p:ext>
            </p:extLst>
          </p:nvPr>
        </p:nvGraphicFramePr>
        <p:xfrm>
          <a:off x="1271464" y="1439333"/>
          <a:ext cx="98650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4205318019"/>
              </p:ext>
            </p:extLst>
          </p:nvPr>
        </p:nvGraphicFramePr>
        <p:xfrm>
          <a:off x="1991544" y="927884"/>
          <a:ext cx="2664296" cy="1115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5" name="Diagramm 14"/>
          <p:cNvGraphicFramePr/>
          <p:nvPr>
            <p:extLst>
              <p:ext uri="{D42A27DB-BD31-4B8C-83A1-F6EECF244321}">
                <p14:modId xmlns:p14="http://schemas.microsoft.com/office/powerpoint/2010/main" val="2085152657"/>
              </p:ext>
            </p:extLst>
          </p:nvPr>
        </p:nvGraphicFramePr>
        <p:xfrm>
          <a:off x="1991544" y="5445224"/>
          <a:ext cx="2664296" cy="1115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7843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m 16"/>
          <p:cNvGraphicFramePr/>
          <p:nvPr>
            <p:extLst>
              <p:ext uri="{D42A27DB-BD31-4B8C-83A1-F6EECF244321}">
                <p14:modId xmlns:p14="http://schemas.microsoft.com/office/powerpoint/2010/main" val="1331020034"/>
              </p:ext>
            </p:extLst>
          </p:nvPr>
        </p:nvGraphicFramePr>
        <p:xfrm>
          <a:off x="2783632" y="16288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feld 5"/>
          <p:cNvSpPr txBox="1"/>
          <p:nvPr/>
        </p:nvSpPr>
        <p:spPr>
          <a:xfrm>
            <a:off x="263352" y="412471"/>
            <a:ext cx="1137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Per block</a:t>
            </a:r>
            <a:endParaRPr lang="en-GB" sz="2800" dirty="0"/>
          </a:p>
        </p:txBody>
      </p:sp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4281085476"/>
              </p:ext>
            </p:extLst>
          </p:nvPr>
        </p:nvGraphicFramePr>
        <p:xfrm>
          <a:off x="335360" y="1012627"/>
          <a:ext cx="3415928" cy="114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m 7"/>
          <p:cNvGraphicFramePr/>
          <p:nvPr>
            <p:extLst>
              <p:ext uri="{D42A27DB-BD31-4B8C-83A1-F6EECF244321}">
                <p14:modId xmlns:p14="http://schemas.microsoft.com/office/powerpoint/2010/main" val="1871618317"/>
              </p:ext>
            </p:extLst>
          </p:nvPr>
        </p:nvGraphicFramePr>
        <p:xfrm>
          <a:off x="3647728" y="2780928"/>
          <a:ext cx="3415928" cy="1224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1" name="Diagramm 10"/>
          <p:cNvGraphicFramePr/>
          <p:nvPr>
            <p:extLst>
              <p:ext uri="{D42A27DB-BD31-4B8C-83A1-F6EECF244321}">
                <p14:modId xmlns:p14="http://schemas.microsoft.com/office/powerpoint/2010/main" val="2984383666"/>
              </p:ext>
            </p:extLst>
          </p:nvPr>
        </p:nvGraphicFramePr>
        <p:xfrm>
          <a:off x="4367808" y="4005064"/>
          <a:ext cx="3888432" cy="1197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5" name="Diagramm 14"/>
          <p:cNvGraphicFramePr/>
          <p:nvPr>
            <p:extLst>
              <p:ext uri="{D42A27DB-BD31-4B8C-83A1-F6EECF244321}">
                <p14:modId xmlns:p14="http://schemas.microsoft.com/office/powerpoint/2010/main" val="2147208342"/>
              </p:ext>
            </p:extLst>
          </p:nvPr>
        </p:nvGraphicFramePr>
        <p:xfrm>
          <a:off x="5355692" y="5202230"/>
          <a:ext cx="3415928" cy="1224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  <p:extLst>
      <p:ext uri="{BB962C8B-B14F-4D97-AF65-F5344CB8AC3E}">
        <p14:creationId xmlns:p14="http://schemas.microsoft.com/office/powerpoint/2010/main" val="313762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4 possible Participant reactions</a:t>
            </a:r>
            <a:endParaRPr lang="en-GB" sz="2800" dirty="0"/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2243272874"/>
              </p:ext>
            </p:extLst>
          </p:nvPr>
        </p:nvGraphicFramePr>
        <p:xfrm>
          <a:off x="2135561" y="1476710"/>
          <a:ext cx="6649927" cy="1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Diagramm 13"/>
          <p:cNvGraphicFramePr/>
          <p:nvPr>
            <p:extLst>
              <p:ext uri="{D42A27DB-BD31-4B8C-83A1-F6EECF244321}">
                <p14:modId xmlns:p14="http://schemas.microsoft.com/office/powerpoint/2010/main" val="3915651824"/>
              </p:ext>
            </p:extLst>
          </p:nvPr>
        </p:nvGraphicFramePr>
        <p:xfrm>
          <a:off x="2135561" y="2601867"/>
          <a:ext cx="6649928" cy="1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6" name="Diagramm 15"/>
          <p:cNvGraphicFramePr/>
          <p:nvPr>
            <p:extLst>
              <p:ext uri="{D42A27DB-BD31-4B8C-83A1-F6EECF244321}">
                <p14:modId xmlns:p14="http://schemas.microsoft.com/office/powerpoint/2010/main" val="1475860167"/>
              </p:ext>
            </p:extLst>
          </p:nvPr>
        </p:nvGraphicFramePr>
        <p:xfrm>
          <a:off x="2135560" y="3727024"/>
          <a:ext cx="6649927" cy="1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8" name="Diagramm 17"/>
          <p:cNvGraphicFramePr/>
          <p:nvPr>
            <p:extLst>
              <p:ext uri="{D42A27DB-BD31-4B8C-83A1-F6EECF244321}">
                <p14:modId xmlns:p14="http://schemas.microsoft.com/office/powerpoint/2010/main" val="1375247587"/>
              </p:ext>
            </p:extLst>
          </p:nvPr>
        </p:nvGraphicFramePr>
        <p:xfrm>
          <a:off x="2135560" y="4852181"/>
          <a:ext cx="6649927" cy="1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0" name="Diagramm 19"/>
          <p:cNvGraphicFramePr/>
          <p:nvPr>
            <p:extLst>
              <p:ext uri="{D42A27DB-BD31-4B8C-83A1-F6EECF244321}">
                <p14:modId xmlns:p14="http://schemas.microsoft.com/office/powerpoint/2010/main" val="2878236236"/>
              </p:ext>
            </p:extLst>
          </p:nvPr>
        </p:nvGraphicFramePr>
        <p:xfrm>
          <a:off x="911093" y="958178"/>
          <a:ext cx="1800532" cy="4455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1" name="Diagramm 20"/>
          <p:cNvGraphicFramePr/>
          <p:nvPr>
            <p:extLst>
              <p:ext uri="{D42A27DB-BD31-4B8C-83A1-F6EECF244321}">
                <p14:modId xmlns:p14="http://schemas.microsoft.com/office/powerpoint/2010/main" val="731350152"/>
              </p:ext>
            </p:extLst>
          </p:nvPr>
        </p:nvGraphicFramePr>
        <p:xfrm>
          <a:off x="8328249" y="2155343"/>
          <a:ext cx="1800532" cy="4455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105381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Instructions &amp; Training</a:t>
            </a:r>
            <a:endParaRPr lang="en-GB" sz="2800" dirty="0"/>
          </a:p>
        </p:txBody>
      </p:sp>
      <p:sp>
        <p:nvSpPr>
          <p:cNvPr id="2" name="Textfeld 1"/>
          <p:cNvSpPr txBox="1"/>
          <p:nvPr/>
        </p:nvSpPr>
        <p:spPr>
          <a:xfrm>
            <a:off x="263352" y="1340768"/>
            <a:ext cx="795006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Only 2 options, 1 environment, not used in main task</a:t>
            </a:r>
            <a:endParaRPr lang="en-GB" sz="2000" dirty="0" smtClean="0"/>
          </a:p>
          <a:p>
            <a:endParaRPr lang="en-GB" sz="2000" u="sng" dirty="0"/>
          </a:p>
          <a:p>
            <a:r>
              <a:rPr lang="en-GB" sz="2000" u="sng" dirty="0" smtClean="0"/>
              <a:t>When </a:t>
            </a:r>
            <a:r>
              <a:rPr lang="en-GB" sz="2000" u="sng" dirty="0" smtClean="0"/>
              <a:t>choosing long training (outside of scanner) you get: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Full instruction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Training runs with short instructions and stepwise increasing difficulty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000" dirty="0" smtClean="0"/>
              <a:t>“catch all aliens”, 60s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000" dirty="0" smtClean="0"/>
              <a:t>“avoid all aliens”, 30s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000" dirty="0" smtClean="0"/>
              <a:t>“maximize fuel as in real game”, 4*60s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Prospect text for MRI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r>
              <a:rPr lang="en-GB" sz="2000" u="sng" dirty="0"/>
              <a:t>When choosing </a:t>
            </a:r>
            <a:r>
              <a:rPr lang="en-GB" sz="2000" u="sng" dirty="0" smtClean="0"/>
              <a:t>short </a:t>
            </a:r>
            <a:r>
              <a:rPr lang="en-GB" sz="2000" u="sng" dirty="0"/>
              <a:t>training </a:t>
            </a:r>
            <a:r>
              <a:rPr lang="en-GB" sz="2000" u="sng" dirty="0" smtClean="0"/>
              <a:t>(inside </a:t>
            </a:r>
            <a:r>
              <a:rPr lang="en-GB" sz="2000" u="sng" dirty="0"/>
              <a:t>of scanner) you get: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Shortened </a:t>
            </a:r>
            <a:r>
              <a:rPr lang="en-GB" sz="2000" dirty="0"/>
              <a:t>instruction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Training runs with </a:t>
            </a:r>
            <a:r>
              <a:rPr lang="en-GB" sz="2000" dirty="0" smtClean="0"/>
              <a:t>shorter </a:t>
            </a:r>
            <a:r>
              <a:rPr lang="en-GB" sz="2000" dirty="0"/>
              <a:t>instructions and stepwise increasing difficulty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000" dirty="0"/>
              <a:t>“catch all aliens”, </a:t>
            </a:r>
            <a:r>
              <a:rPr lang="en-GB" sz="2000" dirty="0" smtClean="0"/>
              <a:t>30s</a:t>
            </a:r>
            <a:endParaRPr lang="en-GB" sz="2000" dirty="0"/>
          </a:p>
          <a:p>
            <a:pPr marL="800100" lvl="1" indent="-342900">
              <a:buFont typeface="+mj-lt"/>
              <a:buAutoNum type="arabicPeriod"/>
            </a:pPr>
            <a:r>
              <a:rPr lang="en-GB" sz="2000" dirty="0"/>
              <a:t>“avoid all aliens”, </a:t>
            </a:r>
            <a:r>
              <a:rPr lang="en-GB" sz="2000" dirty="0" smtClean="0"/>
              <a:t>20s</a:t>
            </a:r>
            <a:endParaRPr lang="en-GB" sz="2000" dirty="0"/>
          </a:p>
          <a:p>
            <a:pPr marL="800100" lvl="1" indent="-342900">
              <a:buFont typeface="+mj-lt"/>
              <a:buAutoNum type="arabicPeriod"/>
            </a:pPr>
            <a:r>
              <a:rPr lang="en-GB" sz="2000" dirty="0"/>
              <a:t>“maximize fuel as in real game”, </a:t>
            </a:r>
            <a:r>
              <a:rPr lang="en-GB" sz="2000" dirty="0" smtClean="0"/>
              <a:t>2*60s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6232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Blocks</a:t>
            </a:r>
            <a:endParaRPr lang="en-GB" sz="2800" dirty="0"/>
          </a:p>
        </p:txBody>
      </p:sp>
      <p:sp>
        <p:nvSpPr>
          <p:cNvPr id="2" name="Textfeld 1"/>
          <p:cNvSpPr txBox="1"/>
          <p:nvPr/>
        </p:nvSpPr>
        <p:spPr>
          <a:xfrm>
            <a:off x="263352" y="1340768"/>
            <a:ext cx="117373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 smtClean="0"/>
              <a:t>Each kind of block has its own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Different background </a:t>
            </a:r>
            <a:r>
              <a:rPr lang="en-GB" sz="2000" dirty="0" err="1" smtClean="0"/>
              <a:t>color</a:t>
            </a:r>
            <a:r>
              <a:rPr lang="en-GB" sz="2000" dirty="0" smtClean="0"/>
              <a:t> (also new </a:t>
            </a:r>
            <a:r>
              <a:rPr lang="en-GB" sz="2000" dirty="0" err="1" smtClean="0"/>
              <a:t>colors</a:t>
            </a:r>
            <a:r>
              <a:rPr lang="en-GB" sz="2000" dirty="0" smtClean="0"/>
              <a:t> &amp; option-images </a:t>
            </a:r>
            <a:r>
              <a:rPr lang="en-GB" sz="2000" dirty="0" smtClean="0"/>
              <a:t>for 2. session)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Constitutes a different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 smtClean="0"/>
              <a:t>Rich</a:t>
            </a:r>
            <a:r>
              <a:rPr lang="en-GB" sz="2000" dirty="0" smtClean="0"/>
              <a:t>: 4 out of 7 options are good (high reward, low effort) + 1 bad option(low reward, high effort) + 2 intermediate (high reward, high effort ) &amp; ( low reward, low effort)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 smtClean="0"/>
              <a:t>Poor: </a:t>
            </a:r>
            <a:r>
              <a:rPr lang="en-GB" sz="2000" dirty="0"/>
              <a:t>4 out of 7 options are </a:t>
            </a:r>
            <a:r>
              <a:rPr lang="en-GB" sz="2000" dirty="0" smtClean="0"/>
              <a:t>bad (low </a:t>
            </a:r>
            <a:r>
              <a:rPr lang="en-GB" sz="2000" dirty="0"/>
              <a:t>reward, </a:t>
            </a:r>
            <a:r>
              <a:rPr lang="en-GB" sz="2000" dirty="0" smtClean="0"/>
              <a:t>high </a:t>
            </a:r>
            <a:r>
              <a:rPr lang="en-GB" sz="2000" dirty="0"/>
              <a:t>effort) + 1 </a:t>
            </a:r>
            <a:r>
              <a:rPr lang="en-GB" sz="2000" dirty="0" smtClean="0"/>
              <a:t>good option(high </a:t>
            </a:r>
            <a:r>
              <a:rPr lang="en-GB" sz="2000" dirty="0"/>
              <a:t>reward, </a:t>
            </a:r>
            <a:r>
              <a:rPr lang="en-GB" sz="2000" dirty="0" smtClean="0"/>
              <a:t>low effort</a:t>
            </a:r>
            <a:r>
              <a:rPr lang="en-GB" sz="2000" dirty="0"/>
              <a:t>) + 2 intermediate (high reward, high effort ) &amp; ( low reward, low effort</a:t>
            </a:r>
            <a:r>
              <a:rPr lang="en-GB" sz="20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/>
              <a:t>Environments, </a:t>
            </a:r>
            <a:r>
              <a:rPr lang="en-GB" sz="2000" dirty="0" err="1" smtClean="0"/>
              <a:t>colors</a:t>
            </a:r>
            <a:r>
              <a:rPr lang="en-GB" sz="2000" dirty="0" smtClean="0"/>
              <a:t> and options also differ for training runs, for a fresh learning in main task.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6229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04664"/>
            <a:ext cx="11737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Per Approach</a:t>
            </a:r>
            <a:endParaRPr lang="en-GB" sz="2800" dirty="0"/>
          </a:p>
        </p:txBody>
      </p:sp>
      <p:graphicFrame>
        <p:nvGraphicFramePr>
          <p:cNvPr id="4" name="Diagramm 3"/>
          <p:cNvGraphicFramePr/>
          <p:nvPr>
            <p:extLst>
              <p:ext uri="{D42A27DB-BD31-4B8C-83A1-F6EECF244321}">
                <p14:modId xmlns:p14="http://schemas.microsoft.com/office/powerpoint/2010/main" val="2609203388"/>
              </p:ext>
            </p:extLst>
          </p:nvPr>
        </p:nvGraphicFramePr>
        <p:xfrm>
          <a:off x="5895752" y="936000"/>
          <a:ext cx="6296248" cy="4941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feld 1"/>
          <p:cNvSpPr txBox="1"/>
          <p:nvPr/>
        </p:nvSpPr>
        <p:spPr>
          <a:xfrm>
            <a:off x="-240704" y="1836000"/>
            <a:ext cx="64807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A </a:t>
            </a:r>
            <a:r>
              <a:rPr lang="en-GB" sz="2000" dirty="0"/>
              <a:t>randomly </a:t>
            </a:r>
            <a:r>
              <a:rPr lang="en-GB" sz="2000" dirty="0" smtClean="0"/>
              <a:t>chosen </a:t>
            </a:r>
            <a:r>
              <a:rPr lang="en-GB" sz="2000" dirty="0" smtClean="0"/>
              <a:t>option (represented by an image) </a:t>
            </a:r>
            <a:r>
              <a:rPr lang="en-GB" sz="2000" dirty="0" smtClean="0"/>
              <a:t>approaches </a:t>
            </a:r>
            <a:r>
              <a:rPr lang="en-GB" sz="2000" dirty="0"/>
              <a:t>one of 2 </a:t>
            </a:r>
            <a:r>
              <a:rPr lang="en-GB" sz="2000" dirty="0" smtClean="0"/>
              <a:t>targets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Options have different rewards &amp; difficulties</a:t>
            </a: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random choice of option regarding to richness of environment (poor, rich)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349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Approach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For 2 seconds (this is the response window), one option moves towards a randomly chosen target. A participant response ends this phase.</a:t>
            </a:r>
            <a:endParaRPr lang="en-GB" sz="20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0" y="1800000"/>
            <a:ext cx="8640000" cy="4860000"/>
          </a:xfrm>
          <a:prstGeom prst="rect">
            <a:avLst/>
          </a:prstGeom>
        </p:spPr>
      </p:pic>
      <p:sp>
        <p:nvSpPr>
          <p:cNvPr id="4" name="Abgerundetes Rechteck 3"/>
          <p:cNvSpPr/>
          <p:nvPr/>
        </p:nvSpPr>
        <p:spPr>
          <a:xfrm>
            <a:off x="10573802" y="1823267"/>
            <a:ext cx="1503721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Force indicator bar</a:t>
            </a:r>
            <a:endParaRPr lang="en-GB" dirty="0"/>
          </a:p>
        </p:txBody>
      </p:sp>
      <p:sp>
        <p:nvSpPr>
          <p:cNvPr id="7" name="Abgerundetes Rechteck 6"/>
          <p:cNvSpPr/>
          <p:nvPr/>
        </p:nvSpPr>
        <p:spPr>
          <a:xfrm>
            <a:off x="10573802" y="4503572"/>
            <a:ext cx="1080120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target</a:t>
            </a:r>
            <a:endParaRPr lang="en-GB" dirty="0"/>
          </a:p>
        </p:txBody>
      </p:sp>
      <p:sp>
        <p:nvSpPr>
          <p:cNvPr id="8" name="Abgerundetes Rechteck 7"/>
          <p:cNvSpPr/>
          <p:nvPr/>
        </p:nvSpPr>
        <p:spPr>
          <a:xfrm>
            <a:off x="10573802" y="5954828"/>
            <a:ext cx="1503721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Reward bar</a:t>
            </a:r>
          </a:p>
        </p:txBody>
      </p:sp>
      <p:cxnSp>
        <p:nvCxnSpPr>
          <p:cNvPr id="9" name="Gerade Verbindung mit Pfeil 8"/>
          <p:cNvCxnSpPr>
            <a:stCxn id="7" idx="1"/>
          </p:cNvCxnSpPr>
          <p:nvPr/>
        </p:nvCxnSpPr>
        <p:spPr>
          <a:xfrm flipH="1">
            <a:off x="9192344" y="4719596"/>
            <a:ext cx="1381458" cy="55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4" idx="1"/>
          </p:cNvCxnSpPr>
          <p:nvPr/>
        </p:nvCxnSpPr>
        <p:spPr>
          <a:xfrm flipH="1">
            <a:off x="6888088" y="2183307"/>
            <a:ext cx="3685714" cy="10296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>
            <a:stCxn id="8" idx="1"/>
          </p:cNvCxnSpPr>
          <p:nvPr/>
        </p:nvCxnSpPr>
        <p:spPr>
          <a:xfrm flipH="1" flipV="1">
            <a:off x="9192344" y="5877272"/>
            <a:ext cx="1381458" cy="2935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bgerundetes Rechteck 19"/>
          <p:cNvSpPr/>
          <p:nvPr/>
        </p:nvSpPr>
        <p:spPr>
          <a:xfrm>
            <a:off x="10573801" y="2809478"/>
            <a:ext cx="1503721" cy="5419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Force threshold</a:t>
            </a:r>
            <a:endParaRPr lang="en-GB" dirty="0"/>
          </a:p>
        </p:txBody>
      </p:sp>
      <p:cxnSp>
        <p:nvCxnSpPr>
          <p:cNvPr id="22" name="Gerade Verbindung mit Pfeil 21"/>
          <p:cNvCxnSpPr>
            <a:stCxn id="20" idx="1"/>
          </p:cNvCxnSpPr>
          <p:nvPr/>
        </p:nvCxnSpPr>
        <p:spPr>
          <a:xfrm flipH="1">
            <a:off x="6888088" y="3080461"/>
            <a:ext cx="3685713" cy="1140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51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Participant Reaction - Miss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Participant misses the response window -&gt; timeout, option stays for 8s in target</a:t>
            </a:r>
            <a:endParaRPr lang="en-GB" sz="20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0" y="1800000"/>
            <a:ext cx="8640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3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Participant Reaction - Reject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Participant chooses the opposite side –&gt; skip for now &amp; continue with ISI and next approach </a:t>
            </a:r>
            <a:endParaRPr lang="en-GB" sz="20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0" y="1800000"/>
            <a:ext cx="8640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3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Participant Reaction – Accept, success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Participant accepts option &amp; holds long enough –&gt; reward</a:t>
            </a:r>
            <a:endParaRPr lang="en-GB" sz="20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0" y="1800000"/>
            <a:ext cx="8640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0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63352" y="412471"/>
            <a:ext cx="11377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Participant Reaction – Accept, fail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Participant accepts option &amp; fails to hold long enough </a:t>
            </a:r>
            <a:r>
              <a:rPr lang="en-GB" sz="2000" dirty="0"/>
              <a:t>–&gt; timeout, option stays for 8s in target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0" y="1800000"/>
            <a:ext cx="8640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0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490</Words>
  <Application>Microsoft Office PowerPoint</Application>
  <PresentationFormat>Breitbild</PresentationFormat>
  <Paragraphs>74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Paul Jung</dc:creator>
  <cp:lastModifiedBy>Paul Jung</cp:lastModifiedBy>
  <cp:revision>57</cp:revision>
  <dcterms:created xsi:type="dcterms:W3CDTF">2024-03-04T15:05:30Z</dcterms:created>
  <dcterms:modified xsi:type="dcterms:W3CDTF">2024-04-04T15:29:04Z</dcterms:modified>
</cp:coreProperties>
</file>